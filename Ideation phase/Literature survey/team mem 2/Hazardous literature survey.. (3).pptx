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erverZoom="0">
  <p:sldMasterIdLst>
    <p:sldMasterId id="2147483648" r:id="rId1"/>
  </p:sldMasterIdLst>
  <p:notesMasterIdLst>
    <p:notesMasterId r:id="rId14"/>
  </p:notesMasterIdLst>
  <p:sldIdLst>
    <p:sldId id="257" r:id="rId2"/>
    <p:sldId id="262" r:id="rId3"/>
    <p:sldId id="263" r:id="rId4"/>
    <p:sldId id="264" r:id="rId5"/>
    <p:sldId id="265" r:id="rId6"/>
    <p:sldId id="266" r:id="rId7"/>
    <p:sldId id="277" r:id="rId8"/>
    <p:sldId id="275" r:id="rId9"/>
    <p:sldId id="274" r:id="rId10"/>
    <p:sldId id="276" r:id="rId11"/>
    <p:sldId id="278" r:id="rId12"/>
    <p:sldId id="273" r:id="rId13"/>
  </p:sldIdLst>
  <p:sldSz cx="9144000" cy="6858000" type="screen4x3"/>
  <p:notesSz cx="6858000" cy="9144000"/>
  <p:defaultTextStyle>
    <a:lvl1pPr marL="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C2E552-149E-4ACE-B3F1-4C15CE4E2850}" v="1764" dt="2022-10-13T15:36:01.5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88" autoAdjust="0"/>
    <p:restoredTop sz="79749" autoAdjust="0"/>
  </p:normalViewPr>
  <p:slideViewPr>
    <p:cSldViewPr>
      <p:cViewPr varScale="1">
        <p:scale>
          <a:sx n="59" d="100"/>
          <a:sy n="59" d="100"/>
        </p:scale>
        <p:origin x="-1686" y="28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24" name="Header Placeholder 1"/>
          <p:cNvSpPr>
            <a:spLocks noGrp="1"/>
          </p:cNvSpPr>
          <p:nvPr>
            <p:ph type="hdr" sz="quarter"/>
          </p:nvPr>
        </p:nvSpPr>
        <p:spPr>
          <a:xfrm>
            <a:off x="0" y="0"/>
            <a:ext cx="2971800" cy="457200"/>
          </a:xfrm>
          <a:prstGeom prst="rect">
            <a:avLst/>
          </a:prstGeom>
          <a:noFill/>
          <a:ln>
            <a:noFill/>
          </a:ln>
        </p:spPr>
        <p:txBody>
          <a:bodyPr vert="horz" lIns="91440" tIns="45720" rIns="91440" bIns="45720" anchor="t"/>
          <a:lstStyle/>
          <a:p>
            <a:pPr lvl="0" eaLnBrk="1" latinLnBrk="1" hangingPunct="1"/>
            <a:endParaRPr lang="en-US" altLang="en-US" sz="1200">
              <a:latin typeface="Calibri" pitchFamily="34" charset="0"/>
            </a:endParaRPr>
          </a:p>
        </p:txBody>
      </p:sp>
      <p:sp>
        <p:nvSpPr>
          <p:cNvPr id="1048725" name="Date Placeholder 2"/>
          <p:cNvSpPr>
            <a:spLocks noGrp="1"/>
          </p:cNvSpPr>
          <p:nvPr>
            <p:ph type="dt" idx="1"/>
          </p:nvPr>
        </p:nvSpPr>
        <p:spPr>
          <a:xfrm>
            <a:off x="3884612" y="0"/>
            <a:ext cx="2971800" cy="457200"/>
          </a:xfrm>
          <a:prstGeom prst="rect">
            <a:avLst/>
          </a:prstGeom>
          <a:noFill/>
          <a:ln>
            <a:noFill/>
          </a:ln>
        </p:spPr>
        <p:txBody>
          <a:bodyPr vert="horz" lIns="91440" tIns="45720" rIns="91440" bIns="45720" anchor="t"/>
          <a:lstStyle/>
          <a:p>
            <a:pPr lvl="0" algn="r" eaLnBrk="1" latinLnBrk="1" hangingPunct="1"/>
            <a:fld id="{566ABCEB-ACFC-4714-9973-3DA970169C29}" type="datetime1">
              <a:rPr lang="en-US" altLang="en-US" sz="1200">
                <a:latin typeface="Calibri" pitchFamily="34" charset="0"/>
              </a:rPr>
              <a:pPr lvl="0" algn="r" eaLnBrk="1" latinLnBrk="1" hangingPunct="1"/>
              <a:t>10/14/2022</a:t>
            </a:fld>
            <a:endParaRPr lang="en-US" altLang="en-US" sz="1200">
              <a:latin typeface="Calibri" pitchFamily="34" charset="0"/>
            </a:endParaRPr>
          </a:p>
        </p:txBody>
      </p:sp>
      <p:sp>
        <p:nvSpPr>
          <p:cNvPr id="1048726" name="Slide Image Placeholder 3"/>
          <p:cNvSpPr>
            <a:spLocks noGrp="1" noRot="1" noChangeAspect="1"/>
          </p:cNvSpPr>
          <p:nvPr>
            <p:ph type="sldImg" idx="2"/>
          </p:nvPr>
        </p:nvSpPr>
        <p:spPr>
          <a:xfrm>
            <a:off x="1143000" y="685800"/>
            <a:ext cx="4572000" cy="3429000"/>
          </a:xfrm>
          <a:prstGeom prst="rect">
            <a:avLst/>
          </a:prstGeom>
          <a:noFill/>
          <a:ln w="12700" cap="flat" cmpd="sng">
            <a:solidFill>
              <a:srgbClr val="000000">
                <a:alpha val="100000"/>
              </a:srgbClr>
            </a:solidFill>
            <a:prstDash val="solid"/>
            <a:round/>
          </a:ln>
        </p:spPr>
        <p:txBody>
          <a:bodyPr vert="horz" lIns="91440" tIns="45720" rIns="91440" bIns="45720" anchor="ctr"/>
          <a:lstStyle/>
          <a:p>
            <a:endParaRPr/>
          </a:p>
        </p:txBody>
      </p:sp>
      <p:sp>
        <p:nvSpPr>
          <p:cNvPr id="1048727" name="Notes Placeholder 4"/>
          <p:cNvSpPr>
            <a:spLocks noGrp="1"/>
          </p:cNvSpPr>
          <p:nvPr>
            <p:ph type="body" sz="quarter" idx="3"/>
          </p:nvPr>
        </p:nvSpPr>
        <p:spPr>
          <a:xfrm>
            <a:off x="685800" y="4343400"/>
            <a:ext cx="5486400" cy="4114800"/>
          </a:xfrm>
          <a:prstGeom prst="rect">
            <a:avLst/>
          </a:prstGeom>
          <a:noFill/>
          <a:ln>
            <a:noFill/>
          </a:ln>
        </p:spPr>
        <p:txBody>
          <a:bodyPr vert="horz" lIns="91440" tIns="45720" rIns="91440" bIns="45720" anchor="t"/>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48728" name="Footer Placeholder 5"/>
          <p:cNvSpPr>
            <a:spLocks noGrp="1"/>
          </p:cNvSpPr>
          <p:nvPr>
            <p:ph type="ftr" sz="quarter" idx="4"/>
          </p:nvPr>
        </p:nvSpPr>
        <p:spPr>
          <a:xfrm>
            <a:off x="0" y="8685212"/>
            <a:ext cx="2971800" cy="457200"/>
          </a:xfrm>
          <a:prstGeom prst="rect">
            <a:avLst/>
          </a:prstGeom>
          <a:noFill/>
          <a:ln>
            <a:noFill/>
          </a:ln>
        </p:spPr>
        <p:txBody>
          <a:bodyPr vert="horz" lIns="91440" tIns="45720" rIns="91440" bIns="45720" anchor="b"/>
          <a:lstStyle/>
          <a:p>
            <a:pPr lvl="0" eaLnBrk="1" latinLnBrk="1" hangingPunct="1"/>
            <a:endParaRPr lang="en-US" altLang="en-US" sz="1200">
              <a:latin typeface="Calibri" pitchFamily="34" charset="0"/>
            </a:endParaRPr>
          </a:p>
        </p:txBody>
      </p:sp>
      <p:sp>
        <p:nvSpPr>
          <p:cNvPr id="1048729" name="Slide Number Placeholder 6"/>
          <p:cNvSpPr>
            <a:spLocks noGrp="1"/>
          </p:cNvSpPr>
          <p:nvPr>
            <p:ph type="sldNum" sz="quarter" idx="5"/>
          </p:nvPr>
        </p:nvSpPr>
        <p:spPr>
          <a:xfrm>
            <a:off x="3884612" y="8685212"/>
            <a:ext cx="2971800" cy="457200"/>
          </a:xfrm>
          <a:prstGeom prst="rect">
            <a:avLst/>
          </a:prstGeom>
          <a:noFill/>
          <a:ln>
            <a:noFill/>
          </a:ln>
        </p:spPr>
        <p:txBody>
          <a:bodyPr vert="horz" lIns="91440" tIns="45720" rIns="91440" bIns="45720" anchor="b"/>
          <a:lstStyle/>
          <a:p>
            <a:pPr lvl="0" algn="r" eaLnBrk="1" latinLnBrk="1" hangingPunct="1"/>
            <a:fld id="{566ABCEB-ACFC-4714-9973-3DA970169C29}" type="slidenum">
              <a:rPr lang="en-US" altLang="en-US" sz="1200">
                <a:latin typeface="Calibri" pitchFamily="34" charset="0"/>
              </a:rPr>
              <a:pPr lvl="0" algn="r" eaLnBrk="1" latinLnBrk="1" hangingPunct="1"/>
              <a:t>‹#›</a:t>
            </a:fld>
            <a:endParaRPr lang="en-US" altLang="en-US" sz="1200">
              <a:latin typeface="Calibri" pitchFamily="34" charset="0"/>
            </a:endParaRPr>
          </a:p>
        </p:txBody>
      </p:sp>
    </p:spTree>
  </p:cSld>
  <p:clrMap bg1="dk1" tx1="dk1" bg2="dk1" tx2="dk1" accent1="dk1" accent2="dk1" accent3="dk1" accent4="dk1" accent5="dk1" accent6="dk1" hlink="dk1" folHlink="dk1"/>
  <p:notesStyle>
    <a:lvl1pPr marL="0" indent="0" algn="l" rtl="0" fontAlgn="base" latinLnBrk="1">
      <a:lnSpc>
        <a:spcPct val="100000"/>
      </a:lnSpc>
      <a:spcBef>
        <a:spcPct val="30000"/>
      </a:spcBef>
      <a:spcAft>
        <a:spcPct val="0"/>
      </a:spcAft>
      <a:buFontTx/>
      <a:buNone/>
      <a:defRPr sz="1200" b="0" i="0" u="none" baseline="0">
        <a:solidFill>
          <a:schemeClr val="dk1"/>
        </a:solidFill>
        <a:latin typeface="Calibri" pitchFamily="34" charset="0"/>
        <a:sym typeface="Arial" charset="0"/>
      </a:defRPr>
    </a:lvl1pPr>
    <a:lvl2pPr marL="457200" indent="0" algn="l" rtl="0" fontAlgn="base" latinLnBrk="1">
      <a:lnSpc>
        <a:spcPct val="100000"/>
      </a:lnSpc>
      <a:spcBef>
        <a:spcPct val="30000"/>
      </a:spcBef>
      <a:spcAft>
        <a:spcPct val="0"/>
      </a:spcAft>
      <a:buFontTx/>
      <a:buNone/>
      <a:defRPr sz="1200" b="0" i="0" u="none" baseline="0">
        <a:solidFill>
          <a:schemeClr val="dk1"/>
        </a:solidFill>
        <a:latin typeface="Calibri" pitchFamily="34" charset="0"/>
        <a:sym typeface="Arial" charset="0"/>
      </a:defRPr>
    </a:lvl2pPr>
    <a:lvl3pPr marL="914400" indent="0" algn="l" rtl="0" fontAlgn="base" latinLnBrk="1">
      <a:lnSpc>
        <a:spcPct val="100000"/>
      </a:lnSpc>
      <a:spcBef>
        <a:spcPct val="30000"/>
      </a:spcBef>
      <a:spcAft>
        <a:spcPct val="0"/>
      </a:spcAft>
      <a:buFontTx/>
      <a:buNone/>
      <a:defRPr sz="1200" b="0" i="0" u="none" baseline="0">
        <a:solidFill>
          <a:schemeClr val="dk1"/>
        </a:solidFill>
        <a:latin typeface="Calibri" pitchFamily="34" charset="0"/>
        <a:sym typeface="Arial" charset="0"/>
      </a:defRPr>
    </a:lvl3pPr>
    <a:lvl4pPr marL="1371600" indent="0" algn="l" rtl="0" fontAlgn="base" latinLnBrk="1">
      <a:lnSpc>
        <a:spcPct val="100000"/>
      </a:lnSpc>
      <a:spcBef>
        <a:spcPct val="30000"/>
      </a:spcBef>
      <a:spcAft>
        <a:spcPct val="0"/>
      </a:spcAft>
      <a:buFontTx/>
      <a:buNone/>
      <a:defRPr sz="1200" b="0" i="0" u="none" baseline="0">
        <a:solidFill>
          <a:schemeClr val="dk1"/>
        </a:solidFill>
        <a:latin typeface="Calibri" pitchFamily="34" charset="0"/>
        <a:sym typeface="Arial" charset="0"/>
      </a:defRPr>
    </a:lvl4pPr>
    <a:lvl5pPr marL="1828800" indent="0" algn="l" rtl="0" fontAlgn="base" latinLnBrk="1">
      <a:lnSpc>
        <a:spcPct val="100000"/>
      </a:lnSpc>
      <a:spcBef>
        <a:spcPct val="30000"/>
      </a:spcBef>
      <a:spcAft>
        <a:spcPct val="0"/>
      </a:spcAft>
      <a:buFontTx/>
      <a:buNone/>
      <a:defRPr sz="1200" b="0" i="0" u="none" baseline="0">
        <a:solidFill>
          <a:schemeClr val="dk1"/>
        </a:solidFill>
        <a:latin typeface="Calibri" pitchFamily="34" charset="0"/>
        <a:sym typeface="Arial" charset="0"/>
      </a:defRPr>
    </a:lvl5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6" name="Slide Image Placeholder 1"/>
          <p:cNvSpPr>
            <a:spLocks noGrp="1" noRot="1" noChangeAspect="1"/>
          </p:cNvSpPr>
          <p:nvPr>
            <p:ph type="sldImg"/>
          </p:nvPr>
        </p:nvSpPr>
        <p:spPr bwMode="auto">
          <a:xfrm>
            <a:off x="1143000" y="685800"/>
            <a:ext cx="4572000" cy="3429000"/>
          </a:xfrm>
          <a:prstGeom prst="rect">
            <a:avLst/>
          </a:prstGeom>
          <a:noFill/>
          <a:ln w="9525" cap="flat" cmpd="sng">
            <a:solidFill>
              <a:srgbClr val="000000">
                <a:alpha val="100000"/>
              </a:srgbClr>
            </a:solidFill>
            <a:prstDash val="solid"/>
            <a:miter/>
          </a:ln>
        </p:spPr>
        <p:txBody>
          <a:bodyPr vert="horz" lIns="91440" tIns="45720" rIns="91440" bIns="45720" anchor="ctr"/>
          <a:lstStyle/>
          <a:p>
            <a:endParaRPr/>
          </a:p>
        </p:txBody>
      </p:sp>
      <p:sp>
        <p:nvSpPr>
          <p:cNvPr id="1048617" name="Notes Placeholder 2"/>
          <p:cNvSpPr>
            <a:spLocks noGrp="1"/>
          </p:cNvSpPr>
          <p:nvPr>
            <p:ph type="body" idx="1"/>
          </p:nvPr>
        </p:nvSpPr>
        <p:spPr bwMode="auto">
          <a:xfrm>
            <a:off x="685800" y="4343400"/>
            <a:ext cx="5486400" cy="4114800"/>
          </a:xfrm>
          <a:prstGeom prst="rect">
            <a:avLst/>
          </a:prstGeom>
          <a:noFill/>
        </p:spPr>
        <p:txBody>
          <a:bodyPr vert="horz" lIns="91440" tIns="45720" rIns="91440" bIns="45720" anchor="t"/>
          <a:lstStyle/>
          <a:p>
            <a:endParaRPr lang="en-US" altLang="en-US" dirty="0"/>
          </a:p>
        </p:txBody>
      </p:sp>
      <p:sp>
        <p:nvSpPr>
          <p:cNvPr id="1048618" name="Slide Number Placeholder 3"/>
          <p:cNvSpPr txBox="1"/>
          <p:nvPr/>
        </p:nvSpPr>
        <p:spPr>
          <a:xfrm>
            <a:off x="3884612" y="8685212"/>
            <a:ext cx="2971800" cy="457200"/>
          </a:xfrm>
          <a:prstGeom prst="rect">
            <a:avLst/>
          </a:prstGeom>
          <a:noFill/>
          <a:ln>
            <a:noFill/>
          </a:ln>
        </p:spPr>
        <p:txBody>
          <a:bodyPr vert="horz" lIns="91440" tIns="45720" rIns="91440" bIns="45720" anchor="b"/>
          <a:lstStyle/>
          <a:p>
            <a:pPr lvl="0" algn="r" eaLnBrk="1" latinLnBrk="1" hangingPunct="1"/>
            <a:fld id="{566ABCEB-ACFC-4714-9973-3DA970169C29}" type="slidenum">
              <a:rPr lang="en-US" altLang="en-US" sz="1200">
                <a:latin typeface="Calibri" pitchFamily="34" charset="0"/>
              </a:rPr>
              <a:pPr lvl="0" algn="r" eaLnBrk="1" latinLnBrk="1" hangingPunct="1"/>
              <a:t>2</a:t>
            </a:fld>
            <a:endParaRPr lang="en-US" altLang="en-US" sz="1200">
              <a:latin typeface="Calibri"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3" name="Slide Image Placeholder 1"/>
          <p:cNvSpPr>
            <a:spLocks noGrp="1" noRot="1" noChangeAspect="1"/>
          </p:cNvSpPr>
          <p:nvPr>
            <p:ph type="sldImg"/>
          </p:nvPr>
        </p:nvSpPr>
        <p:spPr bwMode="auto">
          <a:xfrm>
            <a:off x="1143000" y="685800"/>
            <a:ext cx="4572000" cy="3429000"/>
          </a:xfrm>
          <a:prstGeom prst="rect">
            <a:avLst/>
          </a:prstGeom>
          <a:noFill/>
          <a:ln w="9525" cap="flat" cmpd="sng">
            <a:solidFill>
              <a:srgbClr val="000000">
                <a:alpha val="100000"/>
              </a:srgbClr>
            </a:solidFill>
            <a:prstDash val="solid"/>
            <a:miter/>
          </a:ln>
        </p:spPr>
        <p:txBody>
          <a:bodyPr vert="horz" lIns="91440" tIns="45720" rIns="91440" bIns="45720" anchor="ctr"/>
          <a:lstStyle/>
          <a:p>
            <a:endParaRPr/>
          </a:p>
        </p:txBody>
      </p:sp>
      <p:sp>
        <p:nvSpPr>
          <p:cNvPr id="1048624" name="Notes Placeholder 2"/>
          <p:cNvSpPr>
            <a:spLocks noGrp="1"/>
          </p:cNvSpPr>
          <p:nvPr>
            <p:ph type="body" idx="1"/>
          </p:nvPr>
        </p:nvSpPr>
        <p:spPr bwMode="auto">
          <a:xfrm>
            <a:off x="685800" y="4343400"/>
            <a:ext cx="5486400" cy="4114800"/>
          </a:xfrm>
          <a:prstGeom prst="rect">
            <a:avLst/>
          </a:prstGeom>
          <a:noFill/>
        </p:spPr>
        <p:txBody>
          <a:bodyPr vert="horz" lIns="91440" tIns="45720" rIns="91440" bIns="45720" anchor="t"/>
          <a:lstStyle/>
          <a:p>
            <a:endParaRPr lang="en-US" altLang="en-US"/>
          </a:p>
        </p:txBody>
      </p:sp>
      <p:sp>
        <p:nvSpPr>
          <p:cNvPr id="1048625" name="Slide Number Placeholder 3"/>
          <p:cNvSpPr txBox="1"/>
          <p:nvPr/>
        </p:nvSpPr>
        <p:spPr>
          <a:xfrm>
            <a:off x="3884612" y="8685212"/>
            <a:ext cx="2971800" cy="457200"/>
          </a:xfrm>
          <a:prstGeom prst="rect">
            <a:avLst/>
          </a:prstGeom>
          <a:noFill/>
          <a:ln>
            <a:noFill/>
          </a:ln>
        </p:spPr>
        <p:txBody>
          <a:bodyPr vert="horz" lIns="91440" tIns="45720" rIns="91440" bIns="45720" anchor="b"/>
          <a:lstStyle/>
          <a:p>
            <a:pPr lvl="0" algn="r" eaLnBrk="1" latinLnBrk="1" hangingPunct="1"/>
            <a:fld id="{566ABCEB-ACFC-4714-9973-3DA970169C29}" type="slidenum">
              <a:rPr lang="en-US" altLang="en-US" sz="1200">
                <a:latin typeface="Calibri" pitchFamily="34" charset="0"/>
              </a:rPr>
              <a:pPr lvl="0" algn="r" eaLnBrk="1" latinLnBrk="1" hangingPunct="1"/>
              <a:t>3</a:t>
            </a:fld>
            <a:endParaRPr lang="en-US" altLang="en-US" sz="1200">
              <a:latin typeface="Calibri"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0" name="Slide Image Placeholder 1"/>
          <p:cNvSpPr>
            <a:spLocks noGrp="1" noRot="1" noChangeAspect="1"/>
          </p:cNvSpPr>
          <p:nvPr>
            <p:ph type="sldImg"/>
          </p:nvPr>
        </p:nvSpPr>
        <p:spPr bwMode="auto">
          <a:xfrm>
            <a:off x="1143000" y="685800"/>
            <a:ext cx="4572000" cy="3429000"/>
          </a:xfrm>
          <a:prstGeom prst="rect">
            <a:avLst/>
          </a:prstGeom>
          <a:noFill/>
          <a:ln w="9525" cap="flat" cmpd="sng">
            <a:solidFill>
              <a:srgbClr val="000000">
                <a:alpha val="100000"/>
              </a:srgbClr>
            </a:solidFill>
            <a:prstDash val="solid"/>
            <a:miter/>
          </a:ln>
        </p:spPr>
        <p:txBody>
          <a:bodyPr vert="horz" lIns="91440" tIns="45720" rIns="91440" bIns="45720" anchor="ctr"/>
          <a:lstStyle/>
          <a:p>
            <a:endParaRPr/>
          </a:p>
        </p:txBody>
      </p:sp>
      <p:sp>
        <p:nvSpPr>
          <p:cNvPr id="1048631" name="Notes Placeholder 2"/>
          <p:cNvSpPr>
            <a:spLocks noGrp="1"/>
          </p:cNvSpPr>
          <p:nvPr>
            <p:ph type="body" idx="1"/>
          </p:nvPr>
        </p:nvSpPr>
        <p:spPr bwMode="auto">
          <a:xfrm>
            <a:off x="685800" y="4343400"/>
            <a:ext cx="5486400" cy="4114800"/>
          </a:xfrm>
          <a:prstGeom prst="rect">
            <a:avLst/>
          </a:prstGeom>
          <a:noFill/>
        </p:spPr>
        <p:txBody>
          <a:bodyPr vert="horz" lIns="91440" tIns="45720" rIns="91440" bIns="45720" anchor="t"/>
          <a:lstStyle/>
          <a:p>
            <a:endParaRPr lang="en-US" altLang="en-US"/>
          </a:p>
        </p:txBody>
      </p:sp>
      <p:sp>
        <p:nvSpPr>
          <p:cNvPr id="1048632" name="Slide Number Placeholder 3"/>
          <p:cNvSpPr txBox="1"/>
          <p:nvPr/>
        </p:nvSpPr>
        <p:spPr>
          <a:xfrm>
            <a:off x="3884612" y="8685212"/>
            <a:ext cx="2971800" cy="457200"/>
          </a:xfrm>
          <a:prstGeom prst="rect">
            <a:avLst/>
          </a:prstGeom>
          <a:noFill/>
          <a:ln>
            <a:noFill/>
          </a:ln>
        </p:spPr>
        <p:txBody>
          <a:bodyPr vert="horz" lIns="91440" tIns="45720" rIns="91440" bIns="45720" anchor="b"/>
          <a:lstStyle/>
          <a:p>
            <a:pPr lvl="0" algn="r" eaLnBrk="1" latinLnBrk="1" hangingPunct="1"/>
            <a:fld id="{566ABCEB-ACFC-4714-9973-3DA970169C29}" type="slidenum">
              <a:rPr lang="en-US" altLang="en-US" sz="1200">
                <a:latin typeface="Calibri" pitchFamily="34" charset="0"/>
              </a:rPr>
              <a:pPr lvl="0" algn="r" eaLnBrk="1" latinLnBrk="1" hangingPunct="1"/>
              <a:t>4</a:t>
            </a:fld>
            <a:endParaRPr lang="en-US" altLang="en-US" sz="1200">
              <a:latin typeface="Calibri"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7" name="Slide Image Placeholder 1"/>
          <p:cNvSpPr>
            <a:spLocks noGrp="1" noRot="1" noChangeAspect="1"/>
          </p:cNvSpPr>
          <p:nvPr>
            <p:ph type="sldImg"/>
          </p:nvPr>
        </p:nvSpPr>
        <p:spPr bwMode="auto">
          <a:xfrm>
            <a:off x="1143000" y="685800"/>
            <a:ext cx="4572000" cy="3429000"/>
          </a:xfrm>
          <a:prstGeom prst="rect">
            <a:avLst/>
          </a:prstGeom>
          <a:noFill/>
          <a:ln w="9525" cap="flat" cmpd="sng">
            <a:solidFill>
              <a:srgbClr val="000000">
                <a:alpha val="100000"/>
              </a:srgbClr>
            </a:solidFill>
            <a:prstDash val="solid"/>
            <a:miter/>
          </a:ln>
        </p:spPr>
        <p:txBody>
          <a:bodyPr vert="horz" lIns="91440" tIns="45720" rIns="91440" bIns="45720" anchor="ctr"/>
          <a:lstStyle/>
          <a:p>
            <a:endParaRPr/>
          </a:p>
        </p:txBody>
      </p:sp>
      <p:sp>
        <p:nvSpPr>
          <p:cNvPr id="1048638" name="Notes Placeholder 2"/>
          <p:cNvSpPr>
            <a:spLocks noGrp="1"/>
          </p:cNvSpPr>
          <p:nvPr>
            <p:ph type="body" idx="1"/>
          </p:nvPr>
        </p:nvSpPr>
        <p:spPr bwMode="auto">
          <a:xfrm>
            <a:off x="685800" y="4343400"/>
            <a:ext cx="5486400" cy="4114800"/>
          </a:xfrm>
          <a:prstGeom prst="rect">
            <a:avLst/>
          </a:prstGeom>
          <a:noFill/>
        </p:spPr>
        <p:txBody>
          <a:bodyPr vert="horz" lIns="91440" tIns="45720" rIns="91440" bIns="45720" anchor="t"/>
          <a:lstStyle/>
          <a:p>
            <a:endParaRPr lang="en-US" altLang="en-US"/>
          </a:p>
        </p:txBody>
      </p:sp>
      <p:sp>
        <p:nvSpPr>
          <p:cNvPr id="1048639" name="Slide Number Placeholder 3"/>
          <p:cNvSpPr txBox="1"/>
          <p:nvPr/>
        </p:nvSpPr>
        <p:spPr>
          <a:xfrm>
            <a:off x="3884612" y="8685212"/>
            <a:ext cx="2971800" cy="457200"/>
          </a:xfrm>
          <a:prstGeom prst="rect">
            <a:avLst/>
          </a:prstGeom>
          <a:noFill/>
          <a:ln>
            <a:noFill/>
          </a:ln>
        </p:spPr>
        <p:txBody>
          <a:bodyPr vert="horz" lIns="91440" tIns="45720" rIns="91440" bIns="45720" anchor="b"/>
          <a:lstStyle/>
          <a:p>
            <a:pPr lvl="0" algn="r" eaLnBrk="1" latinLnBrk="1" hangingPunct="1"/>
            <a:fld id="{566ABCEB-ACFC-4714-9973-3DA970169C29}" type="slidenum">
              <a:rPr lang="en-US" altLang="en-US" sz="1200">
                <a:latin typeface="Calibri" pitchFamily="34" charset="0"/>
              </a:rPr>
              <a:pPr lvl="0" algn="r" eaLnBrk="1" latinLnBrk="1" hangingPunct="1"/>
              <a:t>5</a:t>
            </a:fld>
            <a:endParaRPr lang="en-US" altLang="en-US" sz="1200">
              <a:latin typeface="Calibri"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Slide Image Placeholder 1"/>
          <p:cNvSpPr>
            <a:spLocks noGrp="1" noRot="1" noChangeAspect="1"/>
          </p:cNvSpPr>
          <p:nvPr>
            <p:ph type="sldImg"/>
          </p:nvPr>
        </p:nvSpPr>
        <p:spPr bwMode="auto">
          <a:xfrm>
            <a:off x="1143000" y="685800"/>
            <a:ext cx="4572000" cy="3429000"/>
          </a:xfrm>
          <a:prstGeom prst="rect">
            <a:avLst/>
          </a:prstGeom>
          <a:noFill/>
          <a:ln w="9525" cap="flat" cmpd="sng">
            <a:solidFill>
              <a:srgbClr val="000000">
                <a:alpha val="100000"/>
              </a:srgbClr>
            </a:solidFill>
            <a:prstDash val="solid"/>
            <a:miter/>
          </a:ln>
        </p:spPr>
        <p:txBody>
          <a:bodyPr vert="horz" lIns="91440" tIns="45720" rIns="91440" bIns="45720" anchor="ctr"/>
          <a:lstStyle/>
          <a:p>
            <a:endParaRPr/>
          </a:p>
        </p:txBody>
      </p:sp>
      <p:sp>
        <p:nvSpPr>
          <p:cNvPr id="1048645" name="Notes Placeholder 2"/>
          <p:cNvSpPr>
            <a:spLocks noGrp="1"/>
          </p:cNvSpPr>
          <p:nvPr>
            <p:ph type="body" idx="1"/>
          </p:nvPr>
        </p:nvSpPr>
        <p:spPr bwMode="auto">
          <a:xfrm>
            <a:off x="685800" y="4343400"/>
            <a:ext cx="5486400" cy="4114800"/>
          </a:xfrm>
          <a:prstGeom prst="rect">
            <a:avLst/>
          </a:prstGeom>
          <a:noFill/>
        </p:spPr>
        <p:txBody>
          <a:bodyPr vert="horz" lIns="91440" tIns="45720" rIns="91440" bIns="45720" anchor="t"/>
          <a:lstStyle/>
          <a:p>
            <a:endParaRPr lang="en-US" altLang="en-US"/>
          </a:p>
        </p:txBody>
      </p:sp>
      <p:sp>
        <p:nvSpPr>
          <p:cNvPr id="1048646" name="Slide Number Placeholder 3"/>
          <p:cNvSpPr txBox="1"/>
          <p:nvPr/>
        </p:nvSpPr>
        <p:spPr>
          <a:xfrm>
            <a:off x="3884612" y="8685212"/>
            <a:ext cx="2971800" cy="457200"/>
          </a:xfrm>
          <a:prstGeom prst="rect">
            <a:avLst/>
          </a:prstGeom>
          <a:noFill/>
          <a:ln>
            <a:noFill/>
          </a:ln>
        </p:spPr>
        <p:txBody>
          <a:bodyPr vert="horz" lIns="91440" tIns="45720" rIns="91440" bIns="45720" anchor="b"/>
          <a:lstStyle/>
          <a:p>
            <a:pPr lvl="0" algn="r" eaLnBrk="1" latinLnBrk="1" hangingPunct="1"/>
            <a:fld id="{566ABCEB-ACFC-4714-9973-3DA970169C29}" type="slidenum">
              <a:rPr lang="en-US" altLang="en-US" sz="1200">
                <a:latin typeface="Calibri" pitchFamily="34" charset="0"/>
              </a:rPr>
              <a:pPr lvl="0" algn="r" eaLnBrk="1" latinLnBrk="1" hangingPunct="1"/>
              <a:t>6</a:t>
            </a:fld>
            <a:endParaRPr lang="en-US" altLang="en-US" sz="1200">
              <a:latin typeface="Calibri"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Slide Image Placeholder 1"/>
          <p:cNvSpPr>
            <a:spLocks noGrp="1" noRot="1" noChangeAspect="1"/>
          </p:cNvSpPr>
          <p:nvPr>
            <p:ph type="sldImg"/>
          </p:nvPr>
        </p:nvSpPr>
        <p:spPr bwMode="auto">
          <a:xfrm>
            <a:off x="1143000" y="685800"/>
            <a:ext cx="4572000" cy="3429000"/>
          </a:xfrm>
          <a:prstGeom prst="rect">
            <a:avLst/>
          </a:prstGeom>
          <a:noFill/>
          <a:ln w="9525" cap="flat" cmpd="sng">
            <a:solidFill>
              <a:srgbClr val="000000">
                <a:alpha val="100000"/>
              </a:srgbClr>
            </a:solidFill>
            <a:prstDash val="solid"/>
            <a:miter/>
          </a:ln>
        </p:spPr>
        <p:txBody>
          <a:bodyPr vert="horz" lIns="91440" tIns="45720" rIns="91440" bIns="45720" anchor="ctr"/>
          <a:lstStyle/>
          <a:p>
            <a:endParaRPr/>
          </a:p>
        </p:txBody>
      </p:sp>
      <p:sp>
        <p:nvSpPr>
          <p:cNvPr id="1048652" name="Notes Placeholder 2"/>
          <p:cNvSpPr>
            <a:spLocks noGrp="1"/>
          </p:cNvSpPr>
          <p:nvPr>
            <p:ph type="body" idx="1"/>
          </p:nvPr>
        </p:nvSpPr>
        <p:spPr bwMode="auto">
          <a:xfrm>
            <a:off x="685800" y="4343400"/>
            <a:ext cx="5486400" cy="4114800"/>
          </a:xfrm>
          <a:prstGeom prst="rect">
            <a:avLst/>
          </a:prstGeom>
          <a:noFill/>
        </p:spPr>
        <p:txBody>
          <a:bodyPr vert="horz" lIns="91440" tIns="45720" rIns="91440" bIns="45720" anchor="t"/>
          <a:lstStyle/>
          <a:p>
            <a:endParaRPr lang="en-US" altLang="en-US"/>
          </a:p>
        </p:txBody>
      </p:sp>
      <p:sp>
        <p:nvSpPr>
          <p:cNvPr id="1048653" name="Slide Number Placeholder 3"/>
          <p:cNvSpPr txBox="1"/>
          <p:nvPr/>
        </p:nvSpPr>
        <p:spPr>
          <a:xfrm>
            <a:off x="3884612" y="8685212"/>
            <a:ext cx="2971800" cy="457200"/>
          </a:xfrm>
          <a:prstGeom prst="rect">
            <a:avLst/>
          </a:prstGeom>
          <a:noFill/>
          <a:ln>
            <a:noFill/>
          </a:ln>
        </p:spPr>
        <p:txBody>
          <a:bodyPr vert="horz" lIns="91440" tIns="45720" rIns="91440" bIns="45720" anchor="b"/>
          <a:lstStyle/>
          <a:p>
            <a:pPr lvl="0" algn="r" eaLnBrk="1" latinLnBrk="1" hangingPunct="1"/>
            <a:fld id="{566ABCEB-ACFC-4714-9973-3DA970169C29}" type="slidenum">
              <a:rPr lang="en-US" altLang="en-US" sz="1200">
                <a:latin typeface="Calibri" pitchFamily="34" charset="0"/>
              </a:rPr>
              <a:pPr lvl="0" algn="r" eaLnBrk="1" latinLnBrk="1" hangingPunct="1"/>
              <a:t>7</a:t>
            </a:fld>
            <a:endParaRPr lang="en-US" altLang="en-US" sz="1200">
              <a:latin typeface="Calibri"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Slide Image Placeholder 1"/>
          <p:cNvSpPr>
            <a:spLocks noGrp="1" noRot="1" noChangeAspect="1"/>
          </p:cNvSpPr>
          <p:nvPr>
            <p:ph type="sldImg"/>
          </p:nvPr>
        </p:nvSpPr>
        <p:spPr bwMode="auto">
          <a:xfrm>
            <a:off x="1143000" y="685800"/>
            <a:ext cx="4572000" cy="3429000"/>
          </a:xfrm>
          <a:prstGeom prst="rect">
            <a:avLst/>
          </a:prstGeom>
          <a:noFill/>
          <a:ln w="9525" cap="flat" cmpd="sng">
            <a:solidFill>
              <a:srgbClr val="000000">
                <a:alpha val="100000"/>
              </a:srgbClr>
            </a:solidFill>
            <a:prstDash val="solid"/>
            <a:miter/>
          </a:ln>
        </p:spPr>
        <p:txBody>
          <a:bodyPr vert="horz" lIns="91440" tIns="45720" rIns="91440" bIns="45720" anchor="ctr"/>
          <a:lstStyle/>
          <a:p>
            <a:endParaRPr/>
          </a:p>
        </p:txBody>
      </p:sp>
      <p:sp>
        <p:nvSpPr>
          <p:cNvPr id="1048652" name="Notes Placeholder 2"/>
          <p:cNvSpPr>
            <a:spLocks noGrp="1"/>
          </p:cNvSpPr>
          <p:nvPr>
            <p:ph type="body" idx="1"/>
          </p:nvPr>
        </p:nvSpPr>
        <p:spPr bwMode="auto">
          <a:xfrm>
            <a:off x="685800" y="4343400"/>
            <a:ext cx="5486400" cy="4114800"/>
          </a:xfrm>
          <a:prstGeom prst="rect">
            <a:avLst/>
          </a:prstGeom>
          <a:noFill/>
        </p:spPr>
        <p:txBody>
          <a:bodyPr vert="horz" lIns="91440" tIns="45720" rIns="91440" bIns="45720" anchor="t"/>
          <a:lstStyle/>
          <a:p>
            <a:endParaRPr lang="en-US" altLang="en-US"/>
          </a:p>
        </p:txBody>
      </p:sp>
      <p:sp>
        <p:nvSpPr>
          <p:cNvPr id="1048653" name="Slide Number Placeholder 3"/>
          <p:cNvSpPr txBox="1"/>
          <p:nvPr/>
        </p:nvSpPr>
        <p:spPr>
          <a:xfrm>
            <a:off x="3884612" y="8685212"/>
            <a:ext cx="2971800" cy="457200"/>
          </a:xfrm>
          <a:prstGeom prst="rect">
            <a:avLst/>
          </a:prstGeom>
          <a:noFill/>
          <a:ln>
            <a:noFill/>
          </a:ln>
        </p:spPr>
        <p:txBody>
          <a:bodyPr vert="horz" lIns="91440" tIns="45720" rIns="91440" bIns="45720" anchor="b"/>
          <a:lstStyle/>
          <a:p>
            <a:pPr lvl="0" algn="r" eaLnBrk="1" latinLnBrk="1" hangingPunct="1"/>
            <a:fld id="{566ABCEB-ACFC-4714-9973-3DA970169C29}" type="slidenum">
              <a:rPr lang="en-US" altLang="en-US" sz="1200">
                <a:latin typeface="Calibri" pitchFamily="34" charset="0"/>
              </a:rPr>
              <a:pPr lvl="0" algn="r" eaLnBrk="1" latinLnBrk="1" hangingPunct="1"/>
              <a:t>8</a:t>
            </a:fld>
            <a:endParaRPr lang="en-US" altLang="en-US" sz="1200">
              <a:latin typeface="Calibri"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Slide Image Placeholder 1"/>
          <p:cNvSpPr>
            <a:spLocks noGrp="1" noRot="1" noChangeAspect="1"/>
          </p:cNvSpPr>
          <p:nvPr>
            <p:ph type="sldImg"/>
          </p:nvPr>
        </p:nvSpPr>
        <p:spPr bwMode="auto">
          <a:xfrm>
            <a:off x="1143000" y="685800"/>
            <a:ext cx="4572000" cy="3429000"/>
          </a:xfrm>
          <a:prstGeom prst="rect">
            <a:avLst/>
          </a:prstGeom>
          <a:noFill/>
          <a:ln w="9525" cap="flat" cmpd="sng">
            <a:solidFill>
              <a:srgbClr val="000000">
                <a:alpha val="100000"/>
              </a:srgbClr>
            </a:solidFill>
            <a:prstDash val="solid"/>
            <a:miter/>
          </a:ln>
        </p:spPr>
        <p:txBody>
          <a:bodyPr vert="horz" lIns="91440" tIns="45720" rIns="91440" bIns="45720" anchor="ctr"/>
          <a:lstStyle/>
          <a:p>
            <a:endParaRPr/>
          </a:p>
        </p:txBody>
      </p:sp>
      <p:sp>
        <p:nvSpPr>
          <p:cNvPr id="1048652" name="Notes Placeholder 2"/>
          <p:cNvSpPr>
            <a:spLocks noGrp="1"/>
          </p:cNvSpPr>
          <p:nvPr>
            <p:ph type="body" idx="1"/>
          </p:nvPr>
        </p:nvSpPr>
        <p:spPr bwMode="auto">
          <a:xfrm>
            <a:off x="685800" y="4343400"/>
            <a:ext cx="5486400" cy="4114800"/>
          </a:xfrm>
          <a:prstGeom prst="rect">
            <a:avLst/>
          </a:prstGeom>
          <a:noFill/>
        </p:spPr>
        <p:txBody>
          <a:bodyPr vert="horz" lIns="91440" tIns="45720" rIns="91440" bIns="45720" anchor="t"/>
          <a:lstStyle/>
          <a:p>
            <a:endParaRPr lang="en-US" altLang="en-US"/>
          </a:p>
        </p:txBody>
      </p:sp>
      <p:sp>
        <p:nvSpPr>
          <p:cNvPr id="1048653" name="Slide Number Placeholder 3"/>
          <p:cNvSpPr txBox="1"/>
          <p:nvPr/>
        </p:nvSpPr>
        <p:spPr>
          <a:xfrm>
            <a:off x="3884612" y="8685212"/>
            <a:ext cx="2971800" cy="457200"/>
          </a:xfrm>
          <a:prstGeom prst="rect">
            <a:avLst/>
          </a:prstGeom>
          <a:noFill/>
          <a:ln>
            <a:noFill/>
          </a:ln>
        </p:spPr>
        <p:txBody>
          <a:bodyPr vert="horz" lIns="91440" tIns="45720" rIns="91440" bIns="45720" anchor="b"/>
          <a:lstStyle/>
          <a:p>
            <a:pPr lvl="0" algn="r" eaLnBrk="1" latinLnBrk="1" hangingPunct="1"/>
            <a:fld id="{566ABCEB-ACFC-4714-9973-3DA970169C29}" type="slidenum">
              <a:rPr lang="en-US" altLang="en-US" sz="1200">
                <a:latin typeface="Calibri" pitchFamily="34" charset="0"/>
              </a:rPr>
              <a:pPr lvl="0" algn="r" eaLnBrk="1" latinLnBrk="1" hangingPunct="1"/>
              <a:t>9</a:t>
            </a:fld>
            <a:endParaRPr lang="en-US" altLang="en-US" sz="1200">
              <a:latin typeface="Calibri"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Slide Image Placeholder 1"/>
          <p:cNvSpPr>
            <a:spLocks noGrp="1" noRot="1" noChangeAspect="1"/>
          </p:cNvSpPr>
          <p:nvPr>
            <p:ph type="sldImg"/>
          </p:nvPr>
        </p:nvSpPr>
        <p:spPr bwMode="auto">
          <a:xfrm>
            <a:off x="1143000" y="685800"/>
            <a:ext cx="4572000" cy="3429000"/>
          </a:xfrm>
          <a:prstGeom prst="rect">
            <a:avLst/>
          </a:prstGeom>
          <a:noFill/>
          <a:ln w="9525" cap="flat" cmpd="sng">
            <a:solidFill>
              <a:srgbClr val="000000">
                <a:alpha val="100000"/>
              </a:srgbClr>
            </a:solidFill>
            <a:prstDash val="solid"/>
            <a:miter/>
          </a:ln>
        </p:spPr>
        <p:txBody>
          <a:bodyPr vert="horz" lIns="91440" tIns="45720" rIns="91440" bIns="45720" anchor="ctr"/>
          <a:lstStyle/>
          <a:p>
            <a:endParaRPr/>
          </a:p>
        </p:txBody>
      </p:sp>
      <p:sp>
        <p:nvSpPr>
          <p:cNvPr id="1048652" name="Notes Placeholder 2"/>
          <p:cNvSpPr>
            <a:spLocks noGrp="1"/>
          </p:cNvSpPr>
          <p:nvPr>
            <p:ph type="body" idx="1"/>
          </p:nvPr>
        </p:nvSpPr>
        <p:spPr bwMode="auto">
          <a:xfrm>
            <a:off x="685800" y="4343400"/>
            <a:ext cx="5486400" cy="4114800"/>
          </a:xfrm>
          <a:prstGeom prst="rect">
            <a:avLst/>
          </a:prstGeom>
          <a:noFill/>
        </p:spPr>
        <p:txBody>
          <a:bodyPr vert="horz" lIns="91440" tIns="45720" rIns="91440" bIns="45720" anchor="t"/>
          <a:lstStyle/>
          <a:p>
            <a:endParaRPr lang="en-US" altLang="en-US"/>
          </a:p>
        </p:txBody>
      </p:sp>
      <p:sp>
        <p:nvSpPr>
          <p:cNvPr id="1048653" name="Slide Number Placeholder 3"/>
          <p:cNvSpPr txBox="1"/>
          <p:nvPr/>
        </p:nvSpPr>
        <p:spPr>
          <a:xfrm>
            <a:off x="3884612" y="8685212"/>
            <a:ext cx="2971800" cy="457200"/>
          </a:xfrm>
          <a:prstGeom prst="rect">
            <a:avLst/>
          </a:prstGeom>
          <a:noFill/>
          <a:ln>
            <a:noFill/>
          </a:ln>
        </p:spPr>
        <p:txBody>
          <a:bodyPr vert="horz" lIns="91440" tIns="45720" rIns="91440" bIns="45720" anchor="b"/>
          <a:lstStyle/>
          <a:p>
            <a:pPr lvl="0" algn="r" eaLnBrk="1" latinLnBrk="1" hangingPunct="1"/>
            <a:fld id="{566ABCEB-ACFC-4714-9973-3DA970169C29}" type="slidenum">
              <a:rPr lang="en-US" altLang="en-US" sz="1200">
                <a:latin typeface="Calibri" pitchFamily="34" charset="0"/>
              </a:rPr>
              <a:pPr lvl="0" algn="r" eaLnBrk="1" latinLnBrk="1" hangingPunct="1"/>
              <a:t>10</a:t>
            </a:fld>
            <a:endParaRPr lang="en-US" altLang="en-US" sz="1200">
              <a:latin typeface="Calibri"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Slide Image Placeholder 1"/>
          <p:cNvSpPr>
            <a:spLocks noGrp="1" noRot="1" noChangeAspect="1"/>
          </p:cNvSpPr>
          <p:nvPr>
            <p:ph type="sldImg"/>
          </p:nvPr>
        </p:nvSpPr>
        <p:spPr bwMode="auto">
          <a:xfrm>
            <a:off x="1143000" y="685800"/>
            <a:ext cx="4572000" cy="3429000"/>
          </a:xfrm>
          <a:prstGeom prst="rect">
            <a:avLst/>
          </a:prstGeom>
          <a:noFill/>
          <a:ln w="9525" cap="flat" cmpd="sng">
            <a:solidFill>
              <a:srgbClr val="000000">
                <a:alpha val="100000"/>
              </a:srgbClr>
            </a:solidFill>
            <a:prstDash val="solid"/>
            <a:miter/>
          </a:ln>
        </p:spPr>
        <p:txBody>
          <a:bodyPr vert="horz" lIns="91440" tIns="45720" rIns="91440" bIns="45720" anchor="ctr"/>
          <a:lstStyle/>
          <a:p>
            <a:endParaRPr/>
          </a:p>
        </p:txBody>
      </p:sp>
      <p:sp>
        <p:nvSpPr>
          <p:cNvPr id="1048652" name="Notes Placeholder 2"/>
          <p:cNvSpPr>
            <a:spLocks noGrp="1"/>
          </p:cNvSpPr>
          <p:nvPr>
            <p:ph type="body" idx="1"/>
          </p:nvPr>
        </p:nvSpPr>
        <p:spPr bwMode="auto">
          <a:xfrm>
            <a:off x="685800" y="4343400"/>
            <a:ext cx="5486400" cy="4114800"/>
          </a:xfrm>
          <a:prstGeom prst="rect">
            <a:avLst/>
          </a:prstGeom>
          <a:noFill/>
        </p:spPr>
        <p:txBody>
          <a:bodyPr vert="horz" lIns="91440" tIns="45720" rIns="91440" bIns="45720" anchor="t"/>
          <a:lstStyle/>
          <a:p>
            <a:endParaRPr lang="en-US" altLang="en-US"/>
          </a:p>
        </p:txBody>
      </p:sp>
      <p:sp>
        <p:nvSpPr>
          <p:cNvPr id="1048653" name="Slide Number Placeholder 3"/>
          <p:cNvSpPr txBox="1"/>
          <p:nvPr/>
        </p:nvSpPr>
        <p:spPr>
          <a:xfrm>
            <a:off x="3884612" y="8685212"/>
            <a:ext cx="2971800" cy="457200"/>
          </a:xfrm>
          <a:prstGeom prst="rect">
            <a:avLst/>
          </a:prstGeom>
          <a:noFill/>
          <a:ln>
            <a:noFill/>
          </a:ln>
        </p:spPr>
        <p:txBody>
          <a:bodyPr vert="horz" lIns="91440" tIns="45720" rIns="91440" bIns="45720" anchor="b"/>
          <a:lstStyle/>
          <a:p>
            <a:pPr lvl="0" algn="r" eaLnBrk="1" latinLnBrk="1" hangingPunct="1"/>
            <a:fld id="{566ABCEB-ACFC-4714-9973-3DA970169C29}" type="slidenum">
              <a:rPr lang="en-US" altLang="en-US" sz="1200">
                <a:latin typeface="Calibri" pitchFamily="34" charset="0"/>
              </a:rPr>
              <a:pPr lvl="0" algn="r" eaLnBrk="1" latinLnBrk="1" hangingPunct="1"/>
              <a:t>11</a:t>
            </a:fld>
            <a:endParaRPr lang="en-US" altLang="en-US" sz="1200">
              <a:latin typeface="Calibri"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92"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59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48594" name="Date Placeholder 3"/>
          <p:cNvSpPr>
            <a:spLocks noGrp="1"/>
          </p:cNvSpPr>
          <p:nvPr>
            <p:ph type="dt" sz="half" idx="2"/>
          </p:nvPr>
        </p:nvSpPr>
        <p:spPr>
          <a:xfrm>
            <a:off x="457200" y="6356350"/>
            <a:ext cx="2133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eaLnBrk="1" latinLnBrk="1" hangingPunct="1"/>
            <a:fld id="{566ABCEB-ACFC-4714-9973-3DA970169C29}" type="datetime1">
              <a:rPr lang="en-US" altLang="en-US" sz="1200">
                <a:solidFill>
                  <a:srgbClr val="898989"/>
                </a:solidFill>
                <a:latin typeface="Calibri" pitchFamily="34" charset="0"/>
              </a:rPr>
              <a:pPr lvl="0" eaLnBrk="1" latinLnBrk="1" hangingPunct="1"/>
              <a:t>10/14/2022</a:t>
            </a:fld>
            <a:endParaRPr lang="en-US" altLang="en-US" sz="1200">
              <a:solidFill>
                <a:srgbClr val="898989"/>
              </a:solidFill>
              <a:latin typeface="Calibri" pitchFamily="34" charset="0"/>
            </a:endParaRPr>
          </a:p>
        </p:txBody>
      </p:sp>
      <p:sp>
        <p:nvSpPr>
          <p:cNvPr id="1048595" name="Slide Number Placeholder 5"/>
          <p:cNvSpPr>
            <a:spLocks noGrp="1"/>
          </p:cNvSpPr>
          <p:nvPr>
            <p:ph type="sldNum" sz="quarter" idx="4"/>
          </p:nvPr>
        </p:nvSpPr>
        <p:spPr>
          <a:xfrm>
            <a:off x="6553200" y="6356350"/>
            <a:ext cx="2133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algn="r" eaLnBrk="1" latinLnBrk="1" hangingPunct="1"/>
            <a:fld id="{566ABCEB-ACFC-4714-9973-3DA970169C29}" type="slidenum">
              <a:rPr lang="en-US" altLang="en-US" sz="1200">
                <a:solidFill>
                  <a:srgbClr val="898989"/>
                </a:solidFill>
                <a:latin typeface="Calibri" pitchFamily="34" charset="0"/>
              </a:rPr>
              <a:pPr lvl="0" algn="r" eaLnBrk="1" latinLnBrk="1" hangingPunct="1"/>
              <a:t>‹#›</a:t>
            </a:fld>
            <a:endParaRPr lang="en-US" altLang="en-US" sz="1200">
              <a:solidFill>
                <a:srgbClr val="898989"/>
              </a:solidFill>
              <a:latin typeface="Calibri" pitchFamily="34" charset="0"/>
            </a:endParaRPr>
          </a:p>
        </p:txBody>
      </p:sp>
      <p:sp>
        <p:nvSpPr>
          <p:cNvPr id="1048596" name="Footer Placeholder 4"/>
          <p:cNvSpPr>
            <a:spLocks noGrp="1"/>
          </p:cNvSpPr>
          <p:nvPr>
            <p:ph type="ftr" sz="quarter" idx="3"/>
          </p:nvPr>
        </p:nvSpPr>
        <p:spPr>
          <a:xfrm>
            <a:off x="3124200" y="6356350"/>
            <a:ext cx="2895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algn="ctr" eaLnBrk="1" latinLnBrk="1" hangingPunct="1"/>
            <a:endParaRPr lang="en-US" altLang="en-US" sz="1200">
              <a:solidFill>
                <a:srgbClr val="898989"/>
              </a:solidFill>
              <a:latin typeface="Calibri"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1" name="Title 1"/>
          <p:cNvSpPr>
            <a:spLocks noGrp="1"/>
          </p:cNvSpPr>
          <p:nvPr>
            <p:ph type="title"/>
          </p:nvPr>
        </p:nvSpPr>
        <p:spPr/>
        <p:txBody>
          <a:bodyPr/>
          <a:lstStyle/>
          <a:p>
            <a:r>
              <a:rPr lang="en-US"/>
              <a:t>Click to edit Master title style</a:t>
            </a:r>
          </a:p>
        </p:txBody>
      </p:sp>
      <p:sp>
        <p:nvSpPr>
          <p:cNvPr id="1048582"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83" name="Date Placeholder 3"/>
          <p:cNvSpPr>
            <a:spLocks noGrp="1"/>
          </p:cNvSpPr>
          <p:nvPr>
            <p:ph type="dt" sz="half" idx="2"/>
          </p:nvPr>
        </p:nvSpPr>
        <p:spPr>
          <a:xfrm>
            <a:off x="457200" y="6356350"/>
            <a:ext cx="2133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eaLnBrk="1" latinLnBrk="1" hangingPunct="1"/>
            <a:fld id="{566ABCEB-ACFC-4714-9973-3DA970169C29}" type="datetime1">
              <a:rPr lang="en-US" altLang="en-US" sz="1200">
                <a:solidFill>
                  <a:srgbClr val="898989"/>
                </a:solidFill>
                <a:latin typeface="Calibri" pitchFamily="34" charset="0"/>
              </a:rPr>
              <a:pPr lvl="0" eaLnBrk="1" latinLnBrk="1" hangingPunct="1"/>
              <a:t>10/14/2022</a:t>
            </a:fld>
            <a:endParaRPr lang="en-US" altLang="en-US" sz="1200">
              <a:solidFill>
                <a:srgbClr val="898989"/>
              </a:solidFill>
              <a:latin typeface="Calibri" pitchFamily="34" charset="0"/>
            </a:endParaRPr>
          </a:p>
        </p:txBody>
      </p:sp>
      <p:sp>
        <p:nvSpPr>
          <p:cNvPr id="1048584" name="Slide Number Placeholder 5"/>
          <p:cNvSpPr>
            <a:spLocks noGrp="1"/>
          </p:cNvSpPr>
          <p:nvPr>
            <p:ph type="sldNum" sz="quarter" idx="4"/>
          </p:nvPr>
        </p:nvSpPr>
        <p:spPr>
          <a:xfrm>
            <a:off x="6553200" y="6356350"/>
            <a:ext cx="2133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algn="r" eaLnBrk="1" latinLnBrk="1" hangingPunct="1"/>
            <a:fld id="{566ABCEB-ACFC-4714-9973-3DA970169C29}" type="slidenum">
              <a:rPr lang="en-US" altLang="en-US" sz="1200">
                <a:solidFill>
                  <a:srgbClr val="898989"/>
                </a:solidFill>
                <a:latin typeface="Calibri" pitchFamily="34" charset="0"/>
              </a:rPr>
              <a:pPr lvl="0" algn="r" eaLnBrk="1" latinLnBrk="1" hangingPunct="1"/>
              <a:t>‹#›</a:t>
            </a:fld>
            <a:endParaRPr lang="en-US" altLang="en-US" sz="1200">
              <a:solidFill>
                <a:srgbClr val="898989"/>
              </a:solidFill>
              <a:latin typeface="Calibri" pitchFamily="34" charset="0"/>
            </a:endParaRPr>
          </a:p>
        </p:txBody>
      </p:sp>
      <p:sp>
        <p:nvSpPr>
          <p:cNvPr id="1048585" name="Footer Placeholder 4"/>
          <p:cNvSpPr>
            <a:spLocks noGrp="1"/>
          </p:cNvSpPr>
          <p:nvPr>
            <p:ph type="ftr" sz="quarter" idx="3"/>
          </p:nvPr>
        </p:nvSpPr>
        <p:spPr>
          <a:xfrm>
            <a:off x="3124200" y="6356350"/>
            <a:ext cx="2895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algn="ctr" eaLnBrk="1" latinLnBrk="1" hangingPunct="1"/>
            <a:endParaRPr lang="en-US" altLang="en-US" sz="1200">
              <a:solidFill>
                <a:srgbClr val="898989"/>
              </a:solidFill>
              <a:latin typeface="Calibri"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96"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697"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98" name="Date Placeholder 3"/>
          <p:cNvSpPr>
            <a:spLocks noGrp="1"/>
          </p:cNvSpPr>
          <p:nvPr>
            <p:ph type="dt" sz="half" idx="2"/>
          </p:nvPr>
        </p:nvSpPr>
        <p:spPr>
          <a:xfrm>
            <a:off x="457200" y="6356350"/>
            <a:ext cx="2133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eaLnBrk="1" latinLnBrk="1" hangingPunct="1"/>
            <a:fld id="{566ABCEB-ACFC-4714-9973-3DA970169C29}" type="datetime1">
              <a:rPr lang="en-US" altLang="en-US" sz="1200">
                <a:solidFill>
                  <a:srgbClr val="898989"/>
                </a:solidFill>
                <a:latin typeface="Calibri" pitchFamily="34" charset="0"/>
              </a:rPr>
              <a:pPr lvl="0" eaLnBrk="1" latinLnBrk="1" hangingPunct="1"/>
              <a:t>10/14/2022</a:t>
            </a:fld>
            <a:endParaRPr lang="en-US" altLang="en-US" sz="1200">
              <a:solidFill>
                <a:srgbClr val="898989"/>
              </a:solidFill>
              <a:latin typeface="Calibri" pitchFamily="34" charset="0"/>
            </a:endParaRPr>
          </a:p>
        </p:txBody>
      </p:sp>
      <p:sp>
        <p:nvSpPr>
          <p:cNvPr id="1048699" name="Slide Number Placeholder 5"/>
          <p:cNvSpPr>
            <a:spLocks noGrp="1"/>
          </p:cNvSpPr>
          <p:nvPr>
            <p:ph type="sldNum" sz="quarter" idx="4"/>
          </p:nvPr>
        </p:nvSpPr>
        <p:spPr>
          <a:xfrm>
            <a:off x="6553200" y="6356350"/>
            <a:ext cx="2133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algn="r" eaLnBrk="1" latinLnBrk="1" hangingPunct="1"/>
            <a:fld id="{566ABCEB-ACFC-4714-9973-3DA970169C29}" type="slidenum">
              <a:rPr lang="en-US" altLang="en-US" sz="1200">
                <a:solidFill>
                  <a:srgbClr val="898989"/>
                </a:solidFill>
                <a:latin typeface="Calibri" pitchFamily="34" charset="0"/>
              </a:rPr>
              <a:pPr lvl="0" algn="r" eaLnBrk="1" latinLnBrk="1" hangingPunct="1"/>
              <a:t>‹#›</a:t>
            </a:fld>
            <a:endParaRPr lang="en-US" altLang="en-US" sz="1200">
              <a:solidFill>
                <a:srgbClr val="898989"/>
              </a:solidFill>
              <a:latin typeface="Calibri" pitchFamily="34" charset="0"/>
            </a:endParaRPr>
          </a:p>
        </p:txBody>
      </p:sp>
      <p:sp>
        <p:nvSpPr>
          <p:cNvPr id="1048700" name="Footer Placeholder 4"/>
          <p:cNvSpPr>
            <a:spLocks noGrp="1"/>
          </p:cNvSpPr>
          <p:nvPr>
            <p:ph type="ftr" sz="quarter" idx="3"/>
          </p:nvPr>
        </p:nvSpPr>
        <p:spPr>
          <a:xfrm>
            <a:off x="3124200" y="6356350"/>
            <a:ext cx="2895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algn="ctr" eaLnBrk="1" latinLnBrk="1" hangingPunct="1"/>
            <a:endParaRPr lang="en-US" altLang="en-US" sz="1200">
              <a:solidFill>
                <a:srgbClr val="898989"/>
              </a:solidFill>
              <a:latin typeface="Calibri"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01" name="Title 1"/>
          <p:cNvSpPr>
            <a:spLocks noGrp="1"/>
          </p:cNvSpPr>
          <p:nvPr>
            <p:ph type="title"/>
          </p:nvPr>
        </p:nvSpPr>
        <p:spPr/>
        <p:txBody>
          <a:bodyPr/>
          <a:lstStyle/>
          <a:p>
            <a:r>
              <a:rPr lang="en-US"/>
              <a:t>Click to edit Master title style</a:t>
            </a:r>
          </a:p>
        </p:txBody>
      </p:sp>
      <p:sp>
        <p:nvSpPr>
          <p:cNvPr id="1048702"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3"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4" name="Date Placeholder 3"/>
          <p:cNvSpPr>
            <a:spLocks noGrp="1"/>
          </p:cNvSpPr>
          <p:nvPr>
            <p:ph type="dt" sz="half" idx="2"/>
          </p:nvPr>
        </p:nvSpPr>
        <p:spPr>
          <a:xfrm>
            <a:off x="457200" y="6356350"/>
            <a:ext cx="2133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eaLnBrk="1" latinLnBrk="1" hangingPunct="1"/>
            <a:fld id="{566ABCEB-ACFC-4714-9973-3DA970169C29}" type="datetime1">
              <a:rPr lang="en-US" altLang="en-US" sz="1200">
                <a:solidFill>
                  <a:srgbClr val="898989"/>
                </a:solidFill>
                <a:latin typeface="Calibri" pitchFamily="34" charset="0"/>
              </a:rPr>
              <a:pPr lvl="0" eaLnBrk="1" latinLnBrk="1" hangingPunct="1"/>
              <a:t>10/14/2022</a:t>
            </a:fld>
            <a:endParaRPr lang="en-US" altLang="en-US" sz="1200">
              <a:solidFill>
                <a:srgbClr val="898989"/>
              </a:solidFill>
              <a:latin typeface="Calibri" pitchFamily="34" charset="0"/>
            </a:endParaRPr>
          </a:p>
        </p:txBody>
      </p:sp>
      <p:sp>
        <p:nvSpPr>
          <p:cNvPr id="1048705" name="Slide Number Placeholder 5"/>
          <p:cNvSpPr>
            <a:spLocks noGrp="1"/>
          </p:cNvSpPr>
          <p:nvPr>
            <p:ph type="sldNum" sz="quarter" idx="4"/>
          </p:nvPr>
        </p:nvSpPr>
        <p:spPr>
          <a:xfrm>
            <a:off x="6553200" y="6356350"/>
            <a:ext cx="2133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algn="r" eaLnBrk="1" latinLnBrk="1" hangingPunct="1"/>
            <a:fld id="{566ABCEB-ACFC-4714-9973-3DA970169C29}" type="slidenum">
              <a:rPr lang="en-US" altLang="en-US" sz="1200">
                <a:solidFill>
                  <a:srgbClr val="898989"/>
                </a:solidFill>
                <a:latin typeface="Calibri" pitchFamily="34" charset="0"/>
              </a:rPr>
              <a:pPr lvl="0" algn="r" eaLnBrk="1" latinLnBrk="1" hangingPunct="1"/>
              <a:t>‹#›</a:t>
            </a:fld>
            <a:endParaRPr lang="en-US" altLang="en-US" sz="1200">
              <a:solidFill>
                <a:srgbClr val="898989"/>
              </a:solidFill>
              <a:latin typeface="Calibri" pitchFamily="34" charset="0"/>
            </a:endParaRPr>
          </a:p>
        </p:txBody>
      </p:sp>
      <p:sp>
        <p:nvSpPr>
          <p:cNvPr id="1048706" name="Footer Placeholder 4"/>
          <p:cNvSpPr>
            <a:spLocks noGrp="1"/>
          </p:cNvSpPr>
          <p:nvPr>
            <p:ph type="ftr" sz="quarter" idx="3"/>
          </p:nvPr>
        </p:nvSpPr>
        <p:spPr>
          <a:xfrm>
            <a:off x="3124200" y="6356350"/>
            <a:ext cx="2895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algn="ctr" eaLnBrk="1" latinLnBrk="1" hangingPunct="1"/>
            <a:endParaRPr lang="en-US" altLang="en-US" sz="1200">
              <a:solidFill>
                <a:srgbClr val="898989"/>
              </a:solidFill>
              <a:latin typeface="Calibri"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07" name="Title 1"/>
          <p:cNvSpPr>
            <a:spLocks noGrp="1"/>
          </p:cNvSpPr>
          <p:nvPr>
            <p:ph type="title"/>
          </p:nvPr>
        </p:nvSpPr>
        <p:spPr/>
        <p:txBody>
          <a:bodyPr/>
          <a:lstStyle/>
          <a:p>
            <a:r>
              <a:rPr lang="en-US"/>
              <a:t>Click to edit Master title style</a:t>
            </a:r>
          </a:p>
        </p:txBody>
      </p:sp>
      <p:sp>
        <p:nvSpPr>
          <p:cNvPr id="1048708"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09"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10"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11"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12" name="Date Placeholder 3"/>
          <p:cNvSpPr>
            <a:spLocks noGrp="1"/>
          </p:cNvSpPr>
          <p:nvPr>
            <p:ph type="dt" sz="half" idx="2"/>
          </p:nvPr>
        </p:nvSpPr>
        <p:spPr>
          <a:xfrm>
            <a:off x="457200" y="6356350"/>
            <a:ext cx="2133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eaLnBrk="1" latinLnBrk="1" hangingPunct="1"/>
            <a:fld id="{566ABCEB-ACFC-4714-9973-3DA970169C29}" type="datetime1">
              <a:rPr lang="en-US" altLang="en-US" sz="1200">
                <a:solidFill>
                  <a:srgbClr val="898989"/>
                </a:solidFill>
                <a:latin typeface="Calibri" pitchFamily="34" charset="0"/>
              </a:rPr>
              <a:pPr lvl="0" eaLnBrk="1" latinLnBrk="1" hangingPunct="1"/>
              <a:t>10/14/2022</a:t>
            </a:fld>
            <a:endParaRPr lang="en-US" altLang="en-US" sz="1200">
              <a:solidFill>
                <a:srgbClr val="898989"/>
              </a:solidFill>
              <a:latin typeface="Calibri" pitchFamily="34" charset="0"/>
            </a:endParaRPr>
          </a:p>
        </p:txBody>
      </p:sp>
      <p:sp>
        <p:nvSpPr>
          <p:cNvPr id="1048713" name="Slide Number Placeholder 5"/>
          <p:cNvSpPr>
            <a:spLocks noGrp="1"/>
          </p:cNvSpPr>
          <p:nvPr>
            <p:ph type="sldNum" sz="quarter" idx="4"/>
          </p:nvPr>
        </p:nvSpPr>
        <p:spPr>
          <a:xfrm>
            <a:off x="6553200" y="6356350"/>
            <a:ext cx="2133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algn="r" eaLnBrk="1" latinLnBrk="1" hangingPunct="1"/>
            <a:fld id="{566ABCEB-ACFC-4714-9973-3DA970169C29}" type="slidenum">
              <a:rPr lang="en-US" altLang="en-US" sz="1200">
                <a:solidFill>
                  <a:srgbClr val="898989"/>
                </a:solidFill>
                <a:latin typeface="Calibri" pitchFamily="34" charset="0"/>
              </a:rPr>
              <a:pPr lvl="0" algn="r" eaLnBrk="1" latinLnBrk="1" hangingPunct="1"/>
              <a:t>‹#›</a:t>
            </a:fld>
            <a:endParaRPr lang="en-US" altLang="en-US" sz="1200">
              <a:solidFill>
                <a:srgbClr val="898989"/>
              </a:solidFill>
              <a:latin typeface="Calibri" pitchFamily="34" charset="0"/>
            </a:endParaRPr>
          </a:p>
        </p:txBody>
      </p:sp>
      <p:sp>
        <p:nvSpPr>
          <p:cNvPr id="1048714" name="Footer Placeholder 4"/>
          <p:cNvSpPr>
            <a:spLocks noGrp="1"/>
          </p:cNvSpPr>
          <p:nvPr>
            <p:ph type="ftr" sz="quarter" idx="3"/>
          </p:nvPr>
        </p:nvSpPr>
        <p:spPr>
          <a:xfrm>
            <a:off x="3124200" y="6356350"/>
            <a:ext cx="2895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algn="ctr" eaLnBrk="1" latinLnBrk="1" hangingPunct="1"/>
            <a:endParaRPr lang="en-US" altLang="en-US" sz="1200">
              <a:solidFill>
                <a:srgbClr val="898989"/>
              </a:solidFill>
              <a:latin typeface="Calibri"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76" name="Title 1"/>
          <p:cNvSpPr>
            <a:spLocks noGrp="1"/>
          </p:cNvSpPr>
          <p:nvPr>
            <p:ph type="title"/>
          </p:nvPr>
        </p:nvSpPr>
        <p:spPr/>
        <p:txBody>
          <a:bodyPr/>
          <a:lstStyle/>
          <a:p>
            <a:r>
              <a:rPr lang="en-US"/>
              <a:t>Click to edit Master title style</a:t>
            </a:r>
          </a:p>
        </p:txBody>
      </p:sp>
      <p:sp>
        <p:nvSpPr>
          <p:cNvPr id="1048677" name="Date Placeholder 3"/>
          <p:cNvSpPr>
            <a:spLocks noGrp="1"/>
          </p:cNvSpPr>
          <p:nvPr>
            <p:ph type="dt" sz="half" idx="2"/>
          </p:nvPr>
        </p:nvSpPr>
        <p:spPr>
          <a:xfrm>
            <a:off x="457200" y="6356350"/>
            <a:ext cx="2133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eaLnBrk="1" latinLnBrk="1" hangingPunct="1"/>
            <a:fld id="{566ABCEB-ACFC-4714-9973-3DA970169C29}" type="datetime1">
              <a:rPr lang="en-US" altLang="en-US" sz="1200">
                <a:solidFill>
                  <a:srgbClr val="898989"/>
                </a:solidFill>
                <a:latin typeface="Calibri" pitchFamily="34" charset="0"/>
              </a:rPr>
              <a:pPr lvl="0" eaLnBrk="1" latinLnBrk="1" hangingPunct="1"/>
              <a:t>10/14/2022</a:t>
            </a:fld>
            <a:endParaRPr lang="en-US" altLang="en-US" sz="1200">
              <a:solidFill>
                <a:srgbClr val="898989"/>
              </a:solidFill>
              <a:latin typeface="Calibri" pitchFamily="34" charset="0"/>
            </a:endParaRPr>
          </a:p>
        </p:txBody>
      </p:sp>
      <p:sp>
        <p:nvSpPr>
          <p:cNvPr id="1048678" name="Slide Number Placeholder 5"/>
          <p:cNvSpPr>
            <a:spLocks noGrp="1"/>
          </p:cNvSpPr>
          <p:nvPr>
            <p:ph type="sldNum" sz="quarter" idx="4"/>
          </p:nvPr>
        </p:nvSpPr>
        <p:spPr>
          <a:xfrm>
            <a:off x="6553200" y="6356350"/>
            <a:ext cx="2133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algn="r" eaLnBrk="1" latinLnBrk="1" hangingPunct="1"/>
            <a:fld id="{566ABCEB-ACFC-4714-9973-3DA970169C29}" type="slidenum">
              <a:rPr lang="en-US" altLang="en-US" sz="1200">
                <a:solidFill>
                  <a:srgbClr val="898989"/>
                </a:solidFill>
                <a:latin typeface="Calibri" pitchFamily="34" charset="0"/>
              </a:rPr>
              <a:pPr lvl="0" algn="r" eaLnBrk="1" latinLnBrk="1" hangingPunct="1"/>
              <a:t>‹#›</a:t>
            </a:fld>
            <a:endParaRPr lang="en-US" altLang="en-US" sz="1200">
              <a:solidFill>
                <a:srgbClr val="898989"/>
              </a:solidFill>
              <a:latin typeface="Calibri" pitchFamily="34" charset="0"/>
            </a:endParaRPr>
          </a:p>
        </p:txBody>
      </p:sp>
      <p:sp>
        <p:nvSpPr>
          <p:cNvPr id="1048679" name="Footer Placeholder 4"/>
          <p:cNvSpPr>
            <a:spLocks noGrp="1"/>
          </p:cNvSpPr>
          <p:nvPr>
            <p:ph type="ftr" sz="quarter" idx="3"/>
          </p:nvPr>
        </p:nvSpPr>
        <p:spPr>
          <a:xfrm>
            <a:off x="3124200" y="6356350"/>
            <a:ext cx="2895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algn="ctr" eaLnBrk="1" latinLnBrk="1" hangingPunct="1"/>
            <a:endParaRPr lang="en-US" altLang="en-US" sz="1200">
              <a:solidFill>
                <a:srgbClr val="898989"/>
              </a:solidFill>
              <a:latin typeface="Calibri"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15" name="Date Placeholder 3"/>
          <p:cNvSpPr>
            <a:spLocks noGrp="1"/>
          </p:cNvSpPr>
          <p:nvPr>
            <p:ph type="dt" sz="half" idx="2"/>
          </p:nvPr>
        </p:nvSpPr>
        <p:spPr>
          <a:xfrm>
            <a:off x="457200" y="6356350"/>
            <a:ext cx="2133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eaLnBrk="1" latinLnBrk="1" hangingPunct="1"/>
            <a:fld id="{566ABCEB-ACFC-4714-9973-3DA970169C29}" type="datetime1">
              <a:rPr lang="en-US" altLang="en-US" sz="1200">
                <a:solidFill>
                  <a:srgbClr val="898989"/>
                </a:solidFill>
                <a:latin typeface="Calibri" pitchFamily="34" charset="0"/>
              </a:rPr>
              <a:pPr lvl="0" eaLnBrk="1" latinLnBrk="1" hangingPunct="1"/>
              <a:t>10/14/2022</a:t>
            </a:fld>
            <a:endParaRPr lang="en-US" altLang="en-US" sz="1200">
              <a:solidFill>
                <a:srgbClr val="898989"/>
              </a:solidFill>
              <a:latin typeface="Calibri" pitchFamily="34" charset="0"/>
            </a:endParaRPr>
          </a:p>
        </p:txBody>
      </p:sp>
      <p:sp>
        <p:nvSpPr>
          <p:cNvPr id="1048716" name="Slide Number Placeholder 5"/>
          <p:cNvSpPr>
            <a:spLocks noGrp="1"/>
          </p:cNvSpPr>
          <p:nvPr>
            <p:ph type="sldNum" sz="quarter" idx="4"/>
          </p:nvPr>
        </p:nvSpPr>
        <p:spPr>
          <a:xfrm>
            <a:off x="6553200" y="6356350"/>
            <a:ext cx="2133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algn="r" eaLnBrk="1" latinLnBrk="1" hangingPunct="1"/>
            <a:fld id="{566ABCEB-ACFC-4714-9973-3DA970169C29}" type="slidenum">
              <a:rPr lang="en-US" altLang="en-US" sz="1200">
                <a:solidFill>
                  <a:srgbClr val="898989"/>
                </a:solidFill>
                <a:latin typeface="Calibri" pitchFamily="34" charset="0"/>
              </a:rPr>
              <a:pPr lvl="0" algn="r" eaLnBrk="1" latinLnBrk="1" hangingPunct="1"/>
              <a:t>‹#›</a:t>
            </a:fld>
            <a:endParaRPr lang="en-US" altLang="en-US" sz="1200">
              <a:solidFill>
                <a:srgbClr val="898989"/>
              </a:solidFill>
              <a:latin typeface="Calibri" pitchFamily="34" charset="0"/>
            </a:endParaRPr>
          </a:p>
        </p:txBody>
      </p:sp>
      <p:sp>
        <p:nvSpPr>
          <p:cNvPr id="1048717" name="Footer Placeholder 4"/>
          <p:cNvSpPr>
            <a:spLocks noGrp="1"/>
          </p:cNvSpPr>
          <p:nvPr>
            <p:ph type="ftr" sz="quarter" idx="3"/>
          </p:nvPr>
        </p:nvSpPr>
        <p:spPr>
          <a:xfrm>
            <a:off x="3124200" y="6356350"/>
            <a:ext cx="2895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algn="ctr" eaLnBrk="1" latinLnBrk="1" hangingPunct="1"/>
            <a:endParaRPr lang="en-US" altLang="en-US" sz="1200">
              <a:solidFill>
                <a:srgbClr val="898989"/>
              </a:solidFill>
              <a:latin typeface="Calibri"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18"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719"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0"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21" name="Date Placeholder 3"/>
          <p:cNvSpPr>
            <a:spLocks noGrp="1"/>
          </p:cNvSpPr>
          <p:nvPr>
            <p:ph type="dt" sz="half" idx="2"/>
          </p:nvPr>
        </p:nvSpPr>
        <p:spPr>
          <a:xfrm>
            <a:off x="457200" y="6356350"/>
            <a:ext cx="2133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eaLnBrk="1" latinLnBrk="1" hangingPunct="1"/>
            <a:fld id="{566ABCEB-ACFC-4714-9973-3DA970169C29}" type="datetime1">
              <a:rPr lang="en-US" altLang="en-US" sz="1200">
                <a:solidFill>
                  <a:srgbClr val="898989"/>
                </a:solidFill>
                <a:latin typeface="Calibri" pitchFamily="34" charset="0"/>
              </a:rPr>
              <a:pPr lvl="0" eaLnBrk="1" latinLnBrk="1" hangingPunct="1"/>
              <a:t>10/14/2022</a:t>
            </a:fld>
            <a:endParaRPr lang="en-US" altLang="en-US" sz="1200">
              <a:solidFill>
                <a:srgbClr val="898989"/>
              </a:solidFill>
              <a:latin typeface="Calibri" pitchFamily="34" charset="0"/>
            </a:endParaRPr>
          </a:p>
        </p:txBody>
      </p:sp>
      <p:sp>
        <p:nvSpPr>
          <p:cNvPr id="1048722" name="Slide Number Placeholder 5"/>
          <p:cNvSpPr>
            <a:spLocks noGrp="1"/>
          </p:cNvSpPr>
          <p:nvPr>
            <p:ph type="sldNum" sz="quarter" idx="4"/>
          </p:nvPr>
        </p:nvSpPr>
        <p:spPr>
          <a:xfrm>
            <a:off x="6553200" y="6356350"/>
            <a:ext cx="2133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algn="r" eaLnBrk="1" latinLnBrk="1" hangingPunct="1"/>
            <a:fld id="{566ABCEB-ACFC-4714-9973-3DA970169C29}" type="slidenum">
              <a:rPr lang="en-US" altLang="en-US" sz="1200">
                <a:solidFill>
                  <a:srgbClr val="898989"/>
                </a:solidFill>
                <a:latin typeface="Calibri" pitchFamily="34" charset="0"/>
              </a:rPr>
              <a:pPr lvl="0" algn="r" eaLnBrk="1" latinLnBrk="1" hangingPunct="1"/>
              <a:t>‹#›</a:t>
            </a:fld>
            <a:endParaRPr lang="en-US" altLang="en-US" sz="1200">
              <a:solidFill>
                <a:srgbClr val="898989"/>
              </a:solidFill>
              <a:latin typeface="Calibri" pitchFamily="34" charset="0"/>
            </a:endParaRPr>
          </a:p>
        </p:txBody>
      </p:sp>
      <p:sp>
        <p:nvSpPr>
          <p:cNvPr id="1048723" name="Footer Placeholder 4"/>
          <p:cNvSpPr>
            <a:spLocks noGrp="1"/>
          </p:cNvSpPr>
          <p:nvPr>
            <p:ph type="ftr" sz="quarter" idx="3"/>
          </p:nvPr>
        </p:nvSpPr>
        <p:spPr>
          <a:xfrm>
            <a:off x="3124200" y="6356350"/>
            <a:ext cx="2895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algn="ctr" eaLnBrk="1" latinLnBrk="1" hangingPunct="1"/>
            <a:endParaRPr lang="en-US" altLang="en-US" sz="1200">
              <a:solidFill>
                <a:srgbClr val="898989"/>
              </a:solidFill>
              <a:latin typeface="Calibri"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85"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686"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prstTxWarp prst="textNoShape">
              <a:avLst/>
            </a:prstTxWarp>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charset="0"/>
              <a:buNone/>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1048687"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88" name="Date Placeholder 3"/>
          <p:cNvSpPr>
            <a:spLocks noGrp="1"/>
          </p:cNvSpPr>
          <p:nvPr>
            <p:ph type="dt" sz="half" idx="2"/>
          </p:nvPr>
        </p:nvSpPr>
        <p:spPr>
          <a:xfrm>
            <a:off x="457200" y="6356350"/>
            <a:ext cx="2133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eaLnBrk="1" latinLnBrk="1" hangingPunct="1"/>
            <a:fld id="{566ABCEB-ACFC-4714-9973-3DA970169C29}" type="datetime1">
              <a:rPr lang="en-US" altLang="en-US" sz="1200">
                <a:solidFill>
                  <a:srgbClr val="898989"/>
                </a:solidFill>
                <a:latin typeface="Calibri" pitchFamily="34" charset="0"/>
              </a:rPr>
              <a:pPr lvl="0" eaLnBrk="1" latinLnBrk="1" hangingPunct="1"/>
              <a:t>10/14/2022</a:t>
            </a:fld>
            <a:endParaRPr lang="en-US" altLang="en-US" sz="1200">
              <a:solidFill>
                <a:srgbClr val="898989"/>
              </a:solidFill>
              <a:latin typeface="Calibri" pitchFamily="34" charset="0"/>
            </a:endParaRPr>
          </a:p>
        </p:txBody>
      </p:sp>
      <p:sp>
        <p:nvSpPr>
          <p:cNvPr id="1048689" name="Slide Number Placeholder 5"/>
          <p:cNvSpPr>
            <a:spLocks noGrp="1"/>
          </p:cNvSpPr>
          <p:nvPr>
            <p:ph type="sldNum" sz="quarter" idx="4"/>
          </p:nvPr>
        </p:nvSpPr>
        <p:spPr>
          <a:xfrm>
            <a:off x="6553200" y="6356350"/>
            <a:ext cx="2133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algn="r" eaLnBrk="1" latinLnBrk="1" hangingPunct="1"/>
            <a:fld id="{566ABCEB-ACFC-4714-9973-3DA970169C29}" type="slidenum">
              <a:rPr lang="en-US" altLang="en-US" sz="1200">
                <a:solidFill>
                  <a:srgbClr val="898989"/>
                </a:solidFill>
                <a:latin typeface="Calibri" pitchFamily="34" charset="0"/>
              </a:rPr>
              <a:pPr lvl="0" algn="r" eaLnBrk="1" latinLnBrk="1" hangingPunct="1"/>
              <a:t>‹#›</a:t>
            </a:fld>
            <a:endParaRPr lang="en-US" altLang="en-US" sz="1200">
              <a:solidFill>
                <a:srgbClr val="898989"/>
              </a:solidFill>
              <a:latin typeface="Calibri" pitchFamily="34" charset="0"/>
            </a:endParaRPr>
          </a:p>
        </p:txBody>
      </p:sp>
      <p:sp>
        <p:nvSpPr>
          <p:cNvPr id="1048690" name="Footer Placeholder 4"/>
          <p:cNvSpPr>
            <a:spLocks noGrp="1"/>
          </p:cNvSpPr>
          <p:nvPr>
            <p:ph type="ftr" sz="quarter" idx="3"/>
          </p:nvPr>
        </p:nvSpPr>
        <p:spPr>
          <a:xfrm>
            <a:off x="3124200" y="6356350"/>
            <a:ext cx="2895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algn="ctr" eaLnBrk="1" latinLnBrk="1" hangingPunct="1"/>
            <a:endParaRPr lang="en-US" altLang="en-US" sz="1200">
              <a:solidFill>
                <a:srgbClr val="898989"/>
              </a:solidFill>
              <a:latin typeface="Calibri"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91" name="Title 1"/>
          <p:cNvSpPr>
            <a:spLocks noGrp="1"/>
          </p:cNvSpPr>
          <p:nvPr>
            <p:ph type="title"/>
          </p:nvPr>
        </p:nvSpPr>
        <p:spPr/>
        <p:txBody>
          <a:bodyPr/>
          <a:lstStyle/>
          <a:p>
            <a:r>
              <a:rPr lang="en-US"/>
              <a:t>Click to edit Master title style</a:t>
            </a:r>
          </a:p>
        </p:txBody>
      </p:sp>
      <p:sp>
        <p:nvSpPr>
          <p:cNvPr id="104869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93" name="Date Placeholder 3"/>
          <p:cNvSpPr>
            <a:spLocks noGrp="1"/>
          </p:cNvSpPr>
          <p:nvPr>
            <p:ph type="dt" sz="half" idx="2"/>
          </p:nvPr>
        </p:nvSpPr>
        <p:spPr>
          <a:xfrm>
            <a:off x="457200" y="6356350"/>
            <a:ext cx="2133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eaLnBrk="1" latinLnBrk="1" hangingPunct="1"/>
            <a:fld id="{566ABCEB-ACFC-4714-9973-3DA970169C29}" type="datetime1">
              <a:rPr lang="en-US" altLang="en-US" sz="1200">
                <a:solidFill>
                  <a:srgbClr val="898989"/>
                </a:solidFill>
                <a:latin typeface="Calibri" pitchFamily="34" charset="0"/>
              </a:rPr>
              <a:pPr lvl="0" eaLnBrk="1" latinLnBrk="1" hangingPunct="1"/>
              <a:t>10/14/2022</a:t>
            </a:fld>
            <a:endParaRPr lang="en-US" altLang="en-US" sz="1200">
              <a:solidFill>
                <a:srgbClr val="898989"/>
              </a:solidFill>
              <a:latin typeface="Calibri" pitchFamily="34" charset="0"/>
            </a:endParaRPr>
          </a:p>
        </p:txBody>
      </p:sp>
      <p:sp>
        <p:nvSpPr>
          <p:cNvPr id="1048694" name="Slide Number Placeholder 5"/>
          <p:cNvSpPr>
            <a:spLocks noGrp="1"/>
          </p:cNvSpPr>
          <p:nvPr>
            <p:ph type="sldNum" sz="quarter" idx="4"/>
          </p:nvPr>
        </p:nvSpPr>
        <p:spPr>
          <a:xfrm>
            <a:off x="6553200" y="6356350"/>
            <a:ext cx="2133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algn="r" eaLnBrk="1" latinLnBrk="1" hangingPunct="1"/>
            <a:fld id="{566ABCEB-ACFC-4714-9973-3DA970169C29}" type="slidenum">
              <a:rPr lang="en-US" altLang="en-US" sz="1200">
                <a:solidFill>
                  <a:srgbClr val="898989"/>
                </a:solidFill>
                <a:latin typeface="Calibri" pitchFamily="34" charset="0"/>
              </a:rPr>
              <a:pPr lvl="0" algn="r" eaLnBrk="1" latinLnBrk="1" hangingPunct="1"/>
              <a:t>‹#›</a:t>
            </a:fld>
            <a:endParaRPr lang="en-US" altLang="en-US" sz="1200">
              <a:solidFill>
                <a:srgbClr val="898989"/>
              </a:solidFill>
              <a:latin typeface="Calibri" pitchFamily="34" charset="0"/>
            </a:endParaRPr>
          </a:p>
        </p:txBody>
      </p:sp>
      <p:sp>
        <p:nvSpPr>
          <p:cNvPr id="1048695" name="Footer Placeholder 4"/>
          <p:cNvSpPr>
            <a:spLocks noGrp="1"/>
          </p:cNvSpPr>
          <p:nvPr>
            <p:ph type="ftr" sz="quarter" idx="3"/>
          </p:nvPr>
        </p:nvSpPr>
        <p:spPr>
          <a:xfrm>
            <a:off x="3124200" y="6356350"/>
            <a:ext cx="2895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algn="ctr" eaLnBrk="1" latinLnBrk="1" hangingPunct="1"/>
            <a:endParaRPr lang="en-US" altLang="en-US" sz="1200">
              <a:solidFill>
                <a:srgbClr val="898989"/>
              </a:solidFill>
              <a:latin typeface="Calibri"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80"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681"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2" name="Date Placeholder 3"/>
          <p:cNvSpPr>
            <a:spLocks noGrp="1"/>
          </p:cNvSpPr>
          <p:nvPr>
            <p:ph type="dt" sz="half" idx="2"/>
          </p:nvPr>
        </p:nvSpPr>
        <p:spPr>
          <a:xfrm>
            <a:off x="457200" y="6356350"/>
            <a:ext cx="2133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eaLnBrk="1" latinLnBrk="1" hangingPunct="1"/>
            <a:fld id="{566ABCEB-ACFC-4714-9973-3DA970169C29}" type="datetime1">
              <a:rPr lang="en-US" altLang="en-US" sz="1200">
                <a:solidFill>
                  <a:srgbClr val="898989"/>
                </a:solidFill>
                <a:latin typeface="Calibri" pitchFamily="34" charset="0"/>
              </a:rPr>
              <a:pPr lvl="0" eaLnBrk="1" latinLnBrk="1" hangingPunct="1"/>
              <a:t>10/14/2022</a:t>
            </a:fld>
            <a:endParaRPr lang="en-US" altLang="en-US" sz="1200">
              <a:solidFill>
                <a:srgbClr val="898989"/>
              </a:solidFill>
              <a:latin typeface="Calibri" pitchFamily="34" charset="0"/>
            </a:endParaRPr>
          </a:p>
        </p:txBody>
      </p:sp>
      <p:sp>
        <p:nvSpPr>
          <p:cNvPr id="1048683" name="Slide Number Placeholder 5"/>
          <p:cNvSpPr>
            <a:spLocks noGrp="1"/>
          </p:cNvSpPr>
          <p:nvPr>
            <p:ph type="sldNum" sz="quarter" idx="4"/>
          </p:nvPr>
        </p:nvSpPr>
        <p:spPr>
          <a:xfrm>
            <a:off x="6553200" y="6356350"/>
            <a:ext cx="2133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algn="r" eaLnBrk="1" latinLnBrk="1" hangingPunct="1"/>
            <a:fld id="{566ABCEB-ACFC-4714-9973-3DA970169C29}" type="slidenum">
              <a:rPr lang="en-US" altLang="en-US" sz="1200">
                <a:solidFill>
                  <a:srgbClr val="898989"/>
                </a:solidFill>
                <a:latin typeface="Calibri" pitchFamily="34" charset="0"/>
              </a:rPr>
              <a:pPr lvl="0" algn="r" eaLnBrk="1" latinLnBrk="1" hangingPunct="1"/>
              <a:t>‹#›</a:t>
            </a:fld>
            <a:endParaRPr lang="en-US" altLang="en-US" sz="1200">
              <a:solidFill>
                <a:srgbClr val="898989"/>
              </a:solidFill>
              <a:latin typeface="Calibri" pitchFamily="34" charset="0"/>
            </a:endParaRPr>
          </a:p>
        </p:txBody>
      </p:sp>
      <p:sp>
        <p:nvSpPr>
          <p:cNvPr id="1048684" name="Footer Placeholder 4"/>
          <p:cNvSpPr>
            <a:spLocks noGrp="1"/>
          </p:cNvSpPr>
          <p:nvPr>
            <p:ph type="ftr" sz="quarter" idx="3"/>
          </p:nvPr>
        </p:nvSpPr>
        <p:spPr>
          <a:xfrm>
            <a:off x="3124200" y="6356350"/>
            <a:ext cx="2895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algn="ctr" eaLnBrk="1" latinLnBrk="1" hangingPunct="1"/>
            <a:endParaRPr lang="en-US" altLang="en-US" sz="1200">
              <a:solidFill>
                <a:srgbClr val="898989"/>
              </a:solidFill>
              <a:latin typeface="Calibri"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57200" y="274637"/>
            <a:ext cx="8229600" cy="1143000"/>
          </a:xfrm>
          <a:prstGeom prst="rect">
            <a:avLst/>
          </a:prstGeom>
          <a:noFill/>
          <a:ln>
            <a:noFill/>
          </a:ln>
        </p:spPr>
        <p:txBody>
          <a:bodyPr vert="horz" lIns="91440" tIns="45720" rIns="91440" bIns="45720" anchor="ctr"/>
          <a:lstStyle/>
          <a:p>
            <a:pPr lvl="0"/>
            <a:r>
              <a:rPr lang="en-US" altLang="en-US"/>
              <a:t>Click to edit Master title style</a:t>
            </a:r>
          </a:p>
        </p:txBody>
      </p:sp>
      <p:sp>
        <p:nvSpPr>
          <p:cNvPr id="1048577" name="Text Placeholder 2"/>
          <p:cNvSpPr>
            <a:spLocks noGrp="1"/>
          </p:cNvSpPr>
          <p:nvPr>
            <p:ph type="body" idx="1"/>
          </p:nvPr>
        </p:nvSpPr>
        <p:spPr>
          <a:xfrm>
            <a:off x="457200" y="1600200"/>
            <a:ext cx="8229600" cy="4525962"/>
          </a:xfrm>
          <a:prstGeom prst="rect">
            <a:avLst/>
          </a:prstGeom>
          <a:noFill/>
          <a:ln>
            <a:noFill/>
          </a:ln>
        </p:spPr>
        <p:txBody>
          <a:bodyPr vert="horz" lIns="91440" tIns="45720" rIns="91440" bIns="45720" anchor="t"/>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48578" name="Date Placeholder 3"/>
          <p:cNvSpPr>
            <a:spLocks noGrp="1"/>
          </p:cNvSpPr>
          <p:nvPr>
            <p:ph type="dt" sz="half" idx="2"/>
          </p:nvPr>
        </p:nvSpPr>
        <p:spPr>
          <a:xfrm>
            <a:off x="457200" y="6356350"/>
            <a:ext cx="2133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eaLnBrk="1" latinLnBrk="1" hangingPunct="1"/>
            <a:fld id="{566ABCEB-ACFC-4714-9973-3DA970169C29}" type="datetime1">
              <a:rPr lang="en-US" altLang="en-US" sz="1200">
                <a:solidFill>
                  <a:srgbClr val="898989"/>
                </a:solidFill>
                <a:latin typeface="Calibri" pitchFamily="34" charset="0"/>
              </a:rPr>
              <a:pPr lvl="0" eaLnBrk="1" latinLnBrk="1" hangingPunct="1"/>
              <a:t>10/14/2022</a:t>
            </a:fld>
            <a:endParaRPr lang="en-US" altLang="en-US" sz="1200">
              <a:solidFill>
                <a:srgbClr val="898989"/>
              </a:solidFill>
              <a:latin typeface="Calibri" pitchFamily="34" charset="0"/>
            </a:endParaRPr>
          </a:p>
        </p:txBody>
      </p:sp>
      <p:sp>
        <p:nvSpPr>
          <p:cNvPr id="1048579" name="Footer Placeholder 4"/>
          <p:cNvSpPr>
            <a:spLocks noGrp="1"/>
          </p:cNvSpPr>
          <p:nvPr>
            <p:ph type="ftr" sz="quarter" idx="3"/>
          </p:nvPr>
        </p:nvSpPr>
        <p:spPr>
          <a:xfrm>
            <a:off x="3124200" y="6356350"/>
            <a:ext cx="2895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algn="ctr" eaLnBrk="1" latinLnBrk="1" hangingPunct="1"/>
            <a:endParaRPr lang="en-US" altLang="en-US" sz="1200">
              <a:solidFill>
                <a:srgbClr val="898989"/>
              </a:solidFill>
              <a:latin typeface="Calibri" pitchFamily="34" charset="0"/>
            </a:endParaRPr>
          </a:p>
        </p:txBody>
      </p:sp>
      <p:sp>
        <p:nvSpPr>
          <p:cNvPr id="1048580" name="Slide Number Placeholder 5"/>
          <p:cNvSpPr>
            <a:spLocks noGrp="1"/>
          </p:cNvSpPr>
          <p:nvPr>
            <p:ph type="sldNum" sz="quarter" idx="4"/>
          </p:nvPr>
        </p:nvSpPr>
        <p:spPr>
          <a:xfrm>
            <a:off x="6553200" y="6356350"/>
            <a:ext cx="2133600" cy="365125"/>
          </a:xfrm>
          <a:prstGeom prst="rect">
            <a:avLst/>
          </a:prstGeom>
          <a:noFill/>
          <a:ln>
            <a:noFill/>
          </a:ln>
        </p:spPr>
        <p:txBody>
          <a:bodyPr vert="horz" lIns="91440" tIns="45720" rIns="91440" bIns="45720" anchor="ctr"/>
          <a:lstStyle>
            <a:lvl1pPr marL="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1pPr>
            <a:lvl2pPr marL="4572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2pPr>
            <a:lvl3pPr marL="9144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3pPr>
            <a:lvl4pPr marL="13716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4pPr>
            <a:lvl5pPr marL="1828800" indent="0" algn="l" rtl="0" eaLnBrk="1" fontAlgn="base" latinLnBrk="1" hangingPunct="1">
              <a:lnSpc>
                <a:spcPct val="100000"/>
              </a:lnSpc>
              <a:spcBef>
                <a:spcPct val="0"/>
              </a:spcBef>
              <a:spcAft>
                <a:spcPct val="0"/>
              </a:spcAft>
              <a:buFontTx/>
              <a:buNone/>
              <a:defRPr sz="1800" b="0" i="0" u="none" baseline="0">
                <a:solidFill>
                  <a:schemeClr val="dk1"/>
                </a:solidFill>
                <a:latin typeface="Calibri" pitchFamily="34" charset="0"/>
                <a:sym typeface="Arial" charset="0"/>
              </a:defRPr>
            </a:lvl5pPr>
          </a:lstStyle>
          <a:p>
            <a:pPr lvl="0" algn="r" eaLnBrk="1" latinLnBrk="1" hangingPunct="1"/>
            <a:fld id="{566ABCEB-ACFC-4714-9973-3DA970169C29}" type="slidenum">
              <a:rPr lang="en-US" altLang="en-US" sz="1200">
                <a:solidFill>
                  <a:srgbClr val="898989"/>
                </a:solidFill>
                <a:latin typeface="Calibri" pitchFamily="34" charset="0"/>
              </a:rPr>
              <a:pPr lvl="0" algn="r" eaLnBrk="1" latinLnBrk="1" hangingPunct="1"/>
              <a:t>‹#›</a:t>
            </a:fld>
            <a:endParaRPr lang="en-US" altLang="en-US" sz="1200">
              <a:solidFill>
                <a:srgbClr val="898989"/>
              </a:solidFill>
              <a:latin typeface="Calibri" pitchFamily="34" charset="0"/>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7" name="Subtitle 2"/>
          <p:cNvSpPr>
            <a:spLocks noGrp="1"/>
          </p:cNvSpPr>
          <p:nvPr>
            <p:ph type="subTitle" idx="1"/>
          </p:nvPr>
        </p:nvSpPr>
        <p:spPr>
          <a:xfrm>
            <a:off x="228600" y="4876800"/>
            <a:ext cx="4953000" cy="1981200"/>
          </a:xfrm>
          <a:prstGeom prst="rect">
            <a:avLst/>
          </a:prstGeom>
          <a:noFill/>
          <a:ln>
            <a:noFill/>
          </a:ln>
        </p:spPr>
        <p:txBody>
          <a:bodyPr vert="horz" lIns="91440" tIns="45720" rIns="91440" bIns="45720" anchor="t"/>
          <a:lstStyle>
            <a:lvl1pPr marL="0" algn="ctr">
              <a:buNone/>
              <a:defRPr sz="3200">
                <a:solidFill>
                  <a:schemeClr val="dk1"/>
                </a:solidFill>
              </a:defRPr>
            </a:lvl1pPr>
            <a:lvl2pPr marL="457200" algn="ctr">
              <a:buNone/>
            </a:lvl2pPr>
            <a:lvl3pPr marL="914400" algn="ctr">
              <a:buNone/>
            </a:lvl3pPr>
            <a:lvl4pPr marL="1371600" algn="ctr">
              <a:buNone/>
            </a:lvl4pPr>
            <a:lvl5pPr marL="1828800" algn="ctr">
              <a:buNone/>
            </a:lvl5pPr>
          </a:lstStyle>
          <a:p>
            <a:pPr lvl="0" eaLnBrk="1" latinLnBrk="1" hangingPunct="1">
              <a:lnSpc>
                <a:spcPct val="80000"/>
              </a:lnSpc>
            </a:pPr>
            <a:endParaRPr lang="en-US" altLang="en-US" sz="1100" b="1" dirty="0">
              <a:solidFill>
                <a:srgbClr val="002060"/>
              </a:solidFill>
              <a:latin typeface="Cambria" pitchFamily="18" charset="0"/>
            </a:endParaRPr>
          </a:p>
          <a:p>
            <a:pPr lvl="0" algn="l" eaLnBrk="1" latinLnBrk="1" hangingPunct="1">
              <a:lnSpc>
                <a:spcPct val="80000"/>
              </a:lnSpc>
            </a:pPr>
            <a:r>
              <a:rPr lang="en-US" altLang="en-US" sz="1800" b="1" dirty="0">
                <a:solidFill>
                  <a:srgbClr val="002060"/>
                </a:solidFill>
                <a:latin typeface="Cambria" pitchFamily="18" charset="0"/>
              </a:rPr>
              <a:t>                                                                                                                                                                                                                                                     						</a:t>
            </a:r>
          </a:p>
        </p:txBody>
      </p:sp>
      <p:sp>
        <p:nvSpPr>
          <p:cNvPr id="1048598" name="AutoShape 2" descr="Image result for banana residues"/>
          <p:cNvSpPr/>
          <p:nvPr/>
        </p:nvSpPr>
        <p:spPr>
          <a:xfrm>
            <a:off x="155575" y="-144462"/>
            <a:ext cx="304800" cy="304800"/>
          </a:xfrm>
          <a:prstGeom prst="rect">
            <a:avLst/>
          </a:prstGeom>
          <a:noFill/>
          <a:ln>
            <a:noFill/>
          </a:ln>
        </p:spPr>
        <p:txBody>
          <a:bodyPr vert="horz" lIns="91440" tIns="45720" rIns="91440" bIns="45720" anchor="t"/>
          <a:lstStyle>
            <a:lvl1pPr marL="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latinLnBrk="1" hangingPunct="1"/>
            <a:endParaRPr lang="en-US" altLang="en-US">
              <a:latin typeface="Calibri" pitchFamily="34" charset="0"/>
            </a:endParaRPr>
          </a:p>
        </p:txBody>
      </p:sp>
      <p:sp>
        <p:nvSpPr>
          <p:cNvPr id="1048599" name="AutoShape 4" descr="Image result for banana residues"/>
          <p:cNvSpPr/>
          <p:nvPr/>
        </p:nvSpPr>
        <p:spPr>
          <a:xfrm>
            <a:off x="155575" y="-144462"/>
            <a:ext cx="304800" cy="304800"/>
          </a:xfrm>
          <a:prstGeom prst="rect">
            <a:avLst/>
          </a:prstGeom>
          <a:noFill/>
          <a:ln>
            <a:noFill/>
          </a:ln>
        </p:spPr>
        <p:txBody>
          <a:bodyPr vert="horz" lIns="91440" tIns="45720" rIns="91440" bIns="45720" anchor="t"/>
          <a:lstStyle>
            <a:lvl1pPr marL="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latinLnBrk="1" hangingPunct="1"/>
            <a:endParaRPr lang="en-US" altLang="en-US">
              <a:latin typeface="Calibri" pitchFamily="34" charset="0"/>
            </a:endParaRPr>
          </a:p>
        </p:txBody>
      </p:sp>
      <p:sp>
        <p:nvSpPr>
          <p:cNvPr id="1048601" name="TextBox 13"/>
          <p:cNvSpPr txBox="1"/>
          <p:nvPr/>
        </p:nvSpPr>
        <p:spPr>
          <a:xfrm>
            <a:off x="0" y="1371600"/>
            <a:ext cx="9144000" cy="3631763"/>
          </a:xfrm>
          <a:prstGeom prst="rect">
            <a:avLst/>
          </a:prstGeom>
          <a:noFill/>
          <a:ln>
            <a:noFill/>
          </a:ln>
        </p:spPr>
        <p:txBody>
          <a:bodyPr vert="horz" lIns="91440" tIns="45720" rIns="91440" bIns="45720" anchor="t">
            <a:spAutoFit/>
          </a:bodyPr>
          <a:lstStyle>
            <a:lvl1pPr marL="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a:endParaRPr/>
          </a:p>
          <a:p>
            <a:pPr lvl="0" algn="ctr"/>
            <a:r>
              <a:rPr lang="en-US" altLang="en-US" sz="2800" b="1" dirty="0">
                <a:solidFill>
                  <a:srgbClr val="FF0000"/>
                </a:solidFill>
                <a:latin typeface="Times New Roman" pitchFamily="18" charset="0"/>
                <a:ea typeface="Times New Roman" pitchFamily="18" charset="0"/>
                <a:cs typeface="Times New Roman" pitchFamily="18" charset="0"/>
              </a:rPr>
              <a:t> Hazardous Area Monitoring for Industrial Plant Powered by IOT</a:t>
            </a:r>
            <a:endParaRPr lang="zh-CN" altLang="en-US" sz="2800" dirty="0">
              <a:latin typeface="Times New Roman" pitchFamily="18" charset="0"/>
              <a:cs typeface="Times New Roman" pitchFamily="18" charset="0"/>
            </a:endParaRPr>
          </a:p>
          <a:p>
            <a:pPr lvl="0" eaLnBrk="1" latinLnBrk="1" hangingPunct="1">
              <a:buNone/>
            </a:pPr>
            <a:endParaRPr lang="en-IN" altLang="en-US" b="1" dirty="0">
              <a:latin typeface="Times New Roman" pitchFamily="18" charset="0"/>
              <a:ea typeface="Times New Roman" pitchFamily="18" charset="0"/>
            </a:endParaRPr>
          </a:p>
          <a:p>
            <a:pPr lvl="0" eaLnBrk="1" latinLnBrk="1" hangingPunct="1">
              <a:buNone/>
            </a:pPr>
            <a:endParaRPr lang="en-IN" altLang="en-US" b="1" dirty="0">
              <a:latin typeface="Times New Roman" pitchFamily="18" charset="0"/>
              <a:ea typeface="Times New Roman" pitchFamily="18" charset="0"/>
            </a:endParaRPr>
          </a:p>
          <a:p>
            <a:pPr lvl="0" eaLnBrk="1" latinLnBrk="1" hangingPunct="1">
              <a:buNone/>
            </a:pPr>
            <a:r>
              <a:rPr lang="en-IN" altLang="en-US" b="1" dirty="0">
                <a:latin typeface="Times New Roman" pitchFamily="18" charset="0"/>
                <a:ea typeface="Times New Roman" pitchFamily="18" charset="0"/>
              </a:rPr>
              <a:t>                                          </a:t>
            </a:r>
            <a:r>
              <a:rPr lang="en-IN" altLang="en-US" sz="2000" b="1" dirty="0">
                <a:latin typeface="Times New Roman" pitchFamily="18" charset="0"/>
                <a:ea typeface="Times New Roman" pitchFamily="18" charset="0"/>
                <a:cs typeface="Times New Roman" pitchFamily="18" charset="0"/>
              </a:rPr>
              <a:t> Domain of the Project      :IOT</a:t>
            </a:r>
          </a:p>
          <a:p>
            <a:pPr lvl="0" eaLnBrk="1" latinLnBrk="1" hangingPunct="1">
              <a:buNone/>
            </a:pPr>
            <a:r>
              <a:rPr lang="en-IN" altLang="en-US" sz="2000" b="1" dirty="0">
                <a:latin typeface="Times New Roman" pitchFamily="18" charset="0"/>
                <a:ea typeface="Times New Roman" pitchFamily="18" charset="0"/>
                <a:cs typeface="Times New Roman" pitchFamily="18" charset="0"/>
              </a:rPr>
              <a:t>                                           Batch ID                    </a:t>
            </a:r>
            <a:r>
              <a:rPr lang="en-US" altLang="en-US" sz="2000" b="1" dirty="0">
                <a:latin typeface="Times New Roman" pitchFamily="18" charset="0"/>
                <a:ea typeface="Times New Roman" pitchFamily="18" charset="0"/>
                <a:cs typeface="Times New Roman" pitchFamily="18" charset="0"/>
              </a:rPr>
              <a:t>    </a:t>
            </a:r>
            <a:r>
              <a:rPr lang="en-IN" altLang="en-US" sz="2000" b="1" dirty="0">
                <a:latin typeface="Times New Roman" pitchFamily="18" charset="0"/>
                <a:ea typeface="Times New Roman" pitchFamily="18" charset="0"/>
                <a:cs typeface="Times New Roman" pitchFamily="18" charset="0"/>
              </a:rPr>
              <a:t>: B12-6A2E</a:t>
            </a:r>
            <a:endParaRPr lang="zh-CN" altLang="en-US" sz="2000" dirty="0">
              <a:latin typeface="Times New Roman" pitchFamily="18" charset="0"/>
              <a:cs typeface="Times New Roman" pitchFamily="18" charset="0"/>
            </a:endParaRPr>
          </a:p>
          <a:p>
            <a:pPr lvl="0" eaLnBrk="1" latinLnBrk="1" hangingPunct="1">
              <a:buNone/>
            </a:pPr>
            <a:r>
              <a:rPr lang="en-IN" altLang="en-US" sz="2000" b="1" dirty="0">
                <a:latin typeface="Times New Roman" pitchFamily="18" charset="0"/>
                <a:ea typeface="Times New Roman" pitchFamily="18" charset="0"/>
                <a:cs typeface="Times New Roman" pitchFamily="18" charset="0"/>
              </a:rPr>
              <a:t>                                           Team ID                        </a:t>
            </a:r>
            <a:r>
              <a:rPr lang="en-US" altLang="en-US" sz="2000" b="1" dirty="0">
                <a:latin typeface="Times New Roman" pitchFamily="18" charset="0"/>
                <a:ea typeface="Times New Roman" pitchFamily="18" charset="0"/>
                <a:cs typeface="Times New Roman" pitchFamily="18" charset="0"/>
              </a:rPr>
              <a:t>:PNT2022TMID13542</a:t>
            </a:r>
            <a:endParaRPr lang="zh-CN" altLang="en-US" sz="2000" dirty="0">
              <a:latin typeface="Times New Roman" pitchFamily="18" charset="0"/>
              <a:cs typeface="Times New Roman" pitchFamily="18" charset="0"/>
            </a:endParaRPr>
          </a:p>
          <a:p>
            <a:pPr lvl="0" eaLnBrk="1" latinLnBrk="1" hangingPunct="1">
              <a:lnSpc>
                <a:spcPct val="150000"/>
              </a:lnSpc>
            </a:pPr>
            <a:r>
              <a:rPr lang="en-US" altLang="en-US" sz="2000" b="1" dirty="0">
                <a:latin typeface="Times New Roman" pitchFamily="18" charset="0"/>
                <a:ea typeface="Times New Roman" pitchFamily="18" charset="0"/>
                <a:cs typeface="Times New Roman" pitchFamily="18" charset="0"/>
              </a:rPr>
              <a:t>                                           Academic Year             : 2022-2023   </a:t>
            </a:r>
          </a:p>
          <a:p>
            <a:pPr lvl="0" eaLnBrk="1" latinLnBrk="1" hangingPunct="1">
              <a:lnSpc>
                <a:spcPct val="150000"/>
              </a:lnSpc>
            </a:pPr>
            <a:r>
              <a:rPr lang="en-US" altLang="en-US" sz="2000" b="1" dirty="0">
                <a:latin typeface="Times New Roman" pitchFamily="18" charset="0"/>
                <a:ea typeface="Times New Roman" pitchFamily="18" charset="0"/>
                <a:cs typeface="Times New Roman" pitchFamily="18" charset="0"/>
              </a:rPr>
              <a:t>                                           Year/Semester              : IV/VII </a:t>
            </a:r>
          </a:p>
        </p:txBody>
      </p:sp>
      <p:sp>
        <p:nvSpPr>
          <p:cNvPr id="1048602" name="Rectangle 10"/>
          <p:cNvSpPr/>
          <p:nvPr/>
        </p:nvSpPr>
        <p:spPr>
          <a:xfrm>
            <a:off x="0" y="0"/>
            <a:ext cx="9144000" cy="400110"/>
          </a:xfrm>
          <a:prstGeom prst="rect">
            <a:avLst/>
          </a:prstGeom>
          <a:noFill/>
          <a:ln>
            <a:noFill/>
          </a:ln>
        </p:spPr>
        <p:txBody>
          <a:bodyPr vert="horz" lIns="91440" tIns="45720" rIns="91440" bIns="45720" anchor="t">
            <a:spAutoFit/>
          </a:bodyPr>
          <a:lstStyle>
            <a:lvl1pPr marL="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latinLnBrk="1" hangingPunct="1">
              <a:buNone/>
            </a:pPr>
            <a:r>
              <a:rPr lang="en-US" altLang="en-US" sz="2000" b="1" dirty="0">
                <a:solidFill>
                  <a:srgbClr val="002060"/>
                </a:solidFill>
                <a:latin typeface="Times New Roman" pitchFamily="18" charset="0"/>
                <a:ea typeface="Times New Roman" pitchFamily="18" charset="0"/>
              </a:rPr>
              <a:t>            </a:t>
            </a:r>
            <a:endParaRPr lang="en-US" altLang="en-US" b="1" dirty="0">
              <a:solidFill>
                <a:srgbClr val="002060"/>
              </a:solidFill>
              <a:latin typeface="Times New Roman" pitchFamily="18" charset="0"/>
              <a:ea typeface="Times New Roman" pitchFamily="18" charset="0"/>
            </a:endParaRPr>
          </a:p>
        </p:txBody>
      </p:sp>
      <p:sp>
        <p:nvSpPr>
          <p:cNvPr id="1048604" name="Slide Number Placeholder 12"/>
          <p:cNvSpPr txBox="1"/>
          <p:nvPr/>
        </p:nvSpPr>
        <p:spPr>
          <a:xfrm>
            <a:off x="6553200" y="6356350"/>
            <a:ext cx="2133600" cy="36512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latinLnBrk="1" hangingPunct="1"/>
            <a:fld id="{566ABCEB-ACFC-4714-9973-3DA970169C29}" type="slidenum">
              <a:rPr lang="en-US" altLang="en-US" sz="1200">
                <a:solidFill>
                  <a:srgbClr val="898989"/>
                </a:solidFill>
                <a:latin typeface="Calibri" pitchFamily="34" charset="0"/>
              </a:rPr>
              <a:pPr lvl="0" algn="r" eaLnBrk="1" latinLnBrk="1" hangingPunct="1"/>
              <a:t>1</a:t>
            </a:fld>
            <a:endParaRPr lang="en-US" altLang="en-US" sz="1200">
              <a:solidFill>
                <a:srgbClr val="898989"/>
              </a:solidFill>
              <a:latin typeface="Calibri" pitchFamily="34" charset="0"/>
            </a:endParaRPr>
          </a:p>
        </p:txBody>
      </p:sp>
      <p:sp>
        <p:nvSpPr>
          <p:cNvPr id="1048605" name="AutoShape 14" descr="List of mergers and acquisitions by IBM - Wikipedia"/>
          <p:cNvSpPr/>
          <p:nvPr/>
        </p:nvSpPr>
        <p:spPr>
          <a:xfrm>
            <a:off x="155575" y="-144462"/>
            <a:ext cx="304800" cy="304800"/>
          </a:xfrm>
          <a:prstGeom prst="rect">
            <a:avLst/>
          </a:prstGeom>
          <a:noFill/>
          <a:ln>
            <a:noFill/>
          </a:ln>
        </p:spPr>
        <p:txBody>
          <a:bodyPr vert="horz" lIns="91440" tIns="45720" rIns="91440" bIns="45720" anchor="t"/>
          <a:lstStyle>
            <a:lvl1pPr marL="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2" name="Content Placeholder 2"/>
          <p:cNvSpPr>
            <a:spLocks noGrp="1"/>
          </p:cNvSpPr>
          <p:nvPr>
            <p:ph idx="1"/>
          </p:nvPr>
        </p:nvSpPr>
        <p:spPr>
          <a:xfrm>
            <a:off x="457200" y="1143000"/>
            <a:ext cx="8686800" cy="5715000"/>
          </a:xfrm>
          <a:prstGeom prst="rect">
            <a:avLst/>
          </a:prstGeom>
          <a:noFill/>
          <a:ln>
            <a:noFill/>
          </a:ln>
        </p:spPr>
        <p:txBody>
          <a:bodyPr vert="horz" lIns="91440" tIns="45720" rIns="91440" bIns="45720" anchor="t"/>
          <a:lstStyle>
            <a:lvl1pPr marL="342900" indent="-342900" algn="l" rtl="0" fontAlgn="base" latinLnBrk="1">
              <a:lnSpc>
                <a:spcPct val="100000"/>
              </a:lnSpc>
              <a:spcBef>
                <a:spcPct val="20000"/>
              </a:spcBef>
              <a:spcAft>
                <a:spcPct val="0"/>
              </a:spcAft>
              <a:buSzPct val="100000"/>
              <a:buFont typeface="Arial" charset="0"/>
              <a:buChar char="•"/>
              <a:defRPr sz="3200" b="0" i="0" u="none" baseline="0">
                <a:solidFill>
                  <a:schemeClr val="dk1"/>
                </a:solidFill>
                <a:latin typeface="Calibri" pitchFamily="34" charset="0"/>
                <a:sym typeface="Arial" charset="0"/>
              </a:defRPr>
            </a:lvl1pPr>
            <a:lvl2pPr marL="742950" indent="-285750" algn="l" rtl="0" fontAlgn="base" latinLnBrk="1">
              <a:lnSpc>
                <a:spcPct val="100000"/>
              </a:lnSpc>
              <a:spcBef>
                <a:spcPct val="20000"/>
              </a:spcBef>
              <a:spcAft>
                <a:spcPct val="0"/>
              </a:spcAft>
              <a:buSzPct val="100000"/>
              <a:buFont typeface="Arial" charset="0"/>
              <a:buChar char="–"/>
              <a:defRPr sz="2800" b="0" i="0" u="none" baseline="0">
                <a:solidFill>
                  <a:schemeClr val="dk1"/>
                </a:solidFill>
                <a:latin typeface="Calibri" pitchFamily="34" charset="0"/>
                <a:sym typeface="Arial" charset="0"/>
              </a:defRPr>
            </a:lvl2pPr>
            <a:lvl3pPr marL="1143000" indent="-228600" algn="l" rtl="0" fontAlgn="base" latinLnBrk="1">
              <a:lnSpc>
                <a:spcPct val="100000"/>
              </a:lnSpc>
              <a:spcBef>
                <a:spcPct val="20000"/>
              </a:spcBef>
              <a:spcAft>
                <a:spcPct val="0"/>
              </a:spcAft>
              <a:buSzPct val="100000"/>
              <a:buFont typeface="Arial" charset="0"/>
              <a:buChar char="•"/>
              <a:defRPr sz="2400" b="0" i="0" u="none" baseline="0">
                <a:solidFill>
                  <a:schemeClr val="dk1"/>
                </a:solidFill>
                <a:latin typeface="Calibri" pitchFamily="34" charset="0"/>
                <a:sym typeface="Arial" charset="0"/>
              </a:defRPr>
            </a:lvl3pPr>
            <a:lvl4pPr marL="1600200" indent="-228600" algn="l" rtl="0" fontAlgn="base" latinLnBrk="1">
              <a:lnSpc>
                <a:spcPct val="100000"/>
              </a:lnSpc>
              <a:spcBef>
                <a:spcPct val="20000"/>
              </a:spcBef>
              <a:spcAft>
                <a:spcPct val="0"/>
              </a:spcAft>
              <a:buSzPct val="100000"/>
              <a:buFont typeface="Arial" charset="0"/>
              <a:buChar char="–"/>
              <a:defRPr sz="2000" b="0" i="0" u="none" baseline="0">
                <a:solidFill>
                  <a:schemeClr val="dk1"/>
                </a:solidFill>
                <a:latin typeface="Calibri" pitchFamily="34" charset="0"/>
                <a:sym typeface="Arial" charset="0"/>
              </a:defRPr>
            </a:lvl4pPr>
            <a:lvl5pPr marL="2057400" indent="-228600" algn="l" rtl="0" fontAlgn="base" latinLnBrk="1">
              <a:lnSpc>
                <a:spcPct val="100000"/>
              </a:lnSpc>
              <a:spcBef>
                <a:spcPct val="20000"/>
              </a:spcBef>
              <a:spcAft>
                <a:spcPct val="0"/>
              </a:spcAft>
              <a:buSzPct val="100000"/>
              <a:buFont typeface="Arial" charset="0"/>
              <a:buChar char="»"/>
              <a:defRPr sz="2000" b="0" i="0" u="none" baseline="0">
                <a:solidFill>
                  <a:schemeClr val="dk1"/>
                </a:solidFill>
                <a:latin typeface="Calibri" pitchFamily="34" charset="0"/>
                <a:sym typeface="Arial" charset="0"/>
              </a:defRPr>
            </a:lvl5pPr>
          </a:lstStyle>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p:txBody>
      </p:sp>
      <p:sp>
        <p:nvSpPr>
          <p:cNvPr id="1048613" name="Rectangle 15"/>
          <p:cNvSpPr/>
          <p:nvPr/>
        </p:nvSpPr>
        <p:spPr>
          <a:xfrm>
            <a:off x="533400" y="944562"/>
            <a:ext cx="8077200" cy="46037"/>
          </a:xfrm>
          <a:prstGeom prst="rect">
            <a:avLst/>
          </a:prstGeom>
          <a:solidFill>
            <a:srgbClr val="FF0000"/>
          </a:solidFill>
          <a:ln w="25400" cap="flat" cmpd="sng">
            <a:solidFill>
              <a:srgbClr val="C00000">
                <a:alpha val="100000"/>
              </a:srgbClr>
            </a:solidFill>
            <a:prstDash val="solid"/>
            <a:round/>
          </a:ln>
        </p:spPr>
        <p:txBody>
          <a:bodyPr vert="horz" lIns="91440" tIns="45720" rIns="91440" bIns="45720" anchor="ctr"/>
          <a:lstStyle>
            <a:lvl1pPr marL="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latinLnBrk="1" hangingPunct="1"/>
            <a:endParaRPr lang="en-US" altLang="en-US">
              <a:solidFill>
                <a:srgbClr val="FFFFFF"/>
              </a:solidFill>
              <a:latin typeface="Calibri" pitchFamily="34" charset="0"/>
            </a:endParaRPr>
          </a:p>
        </p:txBody>
      </p:sp>
      <p:sp>
        <p:nvSpPr>
          <p:cNvPr id="1048614" name="Title 6"/>
          <p:cNvSpPr>
            <a:spLocks noGrp="1"/>
          </p:cNvSpPr>
          <p:nvPr>
            <p:ph type="title"/>
          </p:nvPr>
        </p:nvSpPr>
        <p:spPr>
          <a:xfrm>
            <a:off x="457200" y="0"/>
            <a:ext cx="8229600" cy="1219200"/>
          </a:xfrm>
          <a:prstGeom prst="rect">
            <a:avLst/>
          </a:prstGeom>
          <a:noFill/>
          <a:ln>
            <a:noFill/>
          </a:ln>
        </p:spPr>
        <p:txBody>
          <a:bodyPr vert="horz" lIns="91440" tIns="45720" rIns="91440" bIns="45720" anchor="ctr"/>
          <a:lstStyle>
            <a:lvl1pPr marL="0" indent="0" algn="ctr" rtl="0" fontAlgn="base" latinLnBrk="1">
              <a:lnSpc>
                <a:spcPct val="100000"/>
              </a:lnSpc>
              <a:spcBef>
                <a:spcPct val="0"/>
              </a:spcBef>
              <a:spcAft>
                <a:spcPct val="0"/>
              </a:spcAft>
              <a:buFontTx/>
              <a:buNone/>
              <a:defRPr sz="4400" b="0" i="0" u="none" baseline="0">
                <a:solidFill>
                  <a:schemeClr val="dk1"/>
                </a:solidFill>
                <a:latin typeface="Calibri" pitchFamily="34" charset="0"/>
                <a:sym typeface="Arial" charset="0"/>
              </a:defRPr>
            </a:lvl1pPr>
          </a:lstStyle>
          <a:p>
            <a:pPr lvl="0"/>
            <a:r>
              <a:rPr lang="en-US" altLang="en-US" sz="4000" b="1" i="1">
                <a:solidFill>
                  <a:srgbClr val="FF0000"/>
                </a:solidFill>
                <a:latin typeface="Times New Roman" pitchFamily="18" charset="0"/>
                <a:ea typeface="Times New Roman" pitchFamily="18" charset="0"/>
              </a:rPr>
              <a:t> </a:t>
            </a:r>
            <a:r>
              <a:rPr lang="en-US" altLang="en-US" sz="4000" b="1">
                <a:solidFill>
                  <a:srgbClr val="FF0000"/>
                </a:solidFill>
                <a:latin typeface="Times New Roman" pitchFamily="18" charset="0"/>
                <a:ea typeface="Cambria" pitchFamily="18" charset="0"/>
              </a:rPr>
              <a:t>Literature Survey</a:t>
            </a:r>
          </a:p>
        </p:txBody>
      </p:sp>
      <p:graphicFrame>
        <p:nvGraphicFramePr>
          <p:cNvPr id="4194305" name="Table 4194304"/>
          <p:cNvGraphicFramePr>
            <a:graphicFrameLocks/>
          </p:cNvGraphicFramePr>
          <p:nvPr/>
        </p:nvGraphicFramePr>
        <p:xfrm>
          <a:off x="381000" y="1066800"/>
          <a:ext cx="8382000" cy="6583668"/>
        </p:xfrm>
        <a:graphic>
          <a:graphicData uri="http://schemas.openxmlformats.org/drawingml/2006/table">
            <a:tbl>
              <a:tblPr/>
              <a:tblGrid>
                <a:gridCol w="1810756">
                  <a:extLst>
                    <a:ext uri="{9D8B030D-6E8A-4147-A177-3AD203B41FA5}">
                      <a16:colId xmlns="" xmlns:a16="http://schemas.microsoft.com/office/drawing/2014/main" val="20000"/>
                    </a:ext>
                  </a:extLst>
                </a:gridCol>
                <a:gridCol w="1499262">
                  <a:extLst>
                    <a:ext uri="{9D8B030D-6E8A-4147-A177-3AD203B41FA5}">
                      <a16:colId xmlns="" xmlns:a16="http://schemas.microsoft.com/office/drawing/2014/main" val="20001"/>
                    </a:ext>
                  </a:extLst>
                </a:gridCol>
                <a:gridCol w="1499262">
                  <a:extLst>
                    <a:ext uri="{9D8B030D-6E8A-4147-A177-3AD203B41FA5}">
                      <a16:colId xmlns="" xmlns:a16="http://schemas.microsoft.com/office/drawing/2014/main" val="20002"/>
                    </a:ext>
                  </a:extLst>
                </a:gridCol>
                <a:gridCol w="3572720">
                  <a:extLst>
                    <a:ext uri="{9D8B030D-6E8A-4147-A177-3AD203B41FA5}">
                      <a16:colId xmlns="" xmlns:a16="http://schemas.microsoft.com/office/drawing/2014/main" val="20003"/>
                    </a:ext>
                  </a:extLst>
                </a:gridCol>
              </a:tblGrid>
              <a:tr h="842851">
                <a:tc>
                  <a:txBody>
                    <a:bodyPr/>
                    <a:lstStyle/>
                    <a:p>
                      <a:pPr lvl="0" algn="ctr" eaLnBrk="1" latinLnBrk="1" hangingPunct="1"/>
                      <a:r>
                        <a:rPr lang="en-US" altLang="en-US" sz="2000" b="1" dirty="0">
                          <a:solidFill>
                            <a:srgbClr val="00B050"/>
                          </a:solidFill>
                          <a:latin typeface="Times New Roman" pitchFamily="18" charset="0"/>
                          <a:ea typeface="Times New Roman" pitchFamily="18" charset="0"/>
                        </a:rPr>
                        <a:t>TITLE</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a:solidFill>
                            <a:srgbClr val="00B050"/>
                          </a:solidFill>
                          <a:latin typeface="Times New Roman" pitchFamily="18" charset="0"/>
                          <a:ea typeface="Times New Roman" pitchFamily="18" charset="0"/>
                        </a:rPr>
                        <a:t>AUTHOR </a:t>
                      </a:r>
                    </a:p>
                    <a:p>
                      <a:pPr lvl="0" algn="ctr" eaLnBrk="1" latinLnBrk="1" hangingPunct="1"/>
                      <a:r>
                        <a:rPr lang="en-US" altLang="en-US" sz="2000" b="1">
                          <a:solidFill>
                            <a:srgbClr val="00B050"/>
                          </a:solidFill>
                          <a:latin typeface="Times New Roman" pitchFamily="18" charset="0"/>
                          <a:ea typeface="Times New Roman" pitchFamily="18" charset="0"/>
                        </a:rPr>
                        <a:t>&amp;</a:t>
                      </a:r>
                    </a:p>
                    <a:p>
                      <a:pPr lvl="0" algn="ctr" eaLnBrk="1" latinLnBrk="1" hangingPunct="1"/>
                      <a:r>
                        <a:rPr lang="en-US" altLang="en-US" sz="2000" b="1">
                          <a:solidFill>
                            <a:srgbClr val="00B050"/>
                          </a:solidFill>
                          <a:latin typeface="Times New Roman" pitchFamily="18" charset="0"/>
                          <a:ea typeface="Times New Roman" pitchFamily="18" charset="0"/>
                        </a:rPr>
                        <a:t> YEAR</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dirty="0">
                          <a:solidFill>
                            <a:srgbClr val="00B050"/>
                          </a:solidFill>
                          <a:latin typeface="Times New Roman" pitchFamily="18" charset="0"/>
                          <a:ea typeface="Times New Roman" pitchFamily="18" charset="0"/>
                        </a:rPr>
                        <a:t>JOURNAL NAME</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dirty="0">
                          <a:solidFill>
                            <a:srgbClr val="00B050"/>
                          </a:solidFill>
                          <a:latin typeface="Times New Roman" pitchFamily="18" charset="0"/>
                          <a:ea typeface="Times New Roman" pitchFamily="18" charset="0"/>
                        </a:rPr>
                        <a:t>REMARKS</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extLst>
                  <a:ext uri="{0D108BD9-81ED-4DB2-BD59-A6C34878D82A}">
                    <a16:rowId xmlns="" xmlns:a16="http://schemas.microsoft.com/office/drawing/2014/main" val="10000"/>
                  </a:ext>
                </a:extLst>
              </a:tr>
              <a:tr h="4674017">
                <a:tc>
                  <a:txBody>
                    <a:bodyPr/>
                    <a:lstStyle/>
                    <a:p>
                      <a:pPr lvl="0" algn="ctr" eaLnBrk="1" latinLnBrk="1" hangingPunct="1"/>
                      <a:r>
                        <a:rPr lang="en-GB" altLang="en-US" dirty="0" err="1">
                          <a:latin typeface="Times New Roman" pitchFamily="18" charset="0"/>
                          <a:ea typeface="Times New Roman" pitchFamily="18" charset="0"/>
                        </a:rPr>
                        <a:t>IoT</a:t>
                      </a:r>
                      <a:r>
                        <a:rPr lang="en-GB" altLang="en-US" dirty="0">
                          <a:latin typeface="Times New Roman" pitchFamily="18" charset="0"/>
                          <a:ea typeface="Times New Roman" pitchFamily="18" charset="0"/>
                        </a:rPr>
                        <a:t> based            temperature</a:t>
                      </a:r>
                      <a:r>
                        <a:rPr lang="en-GB" altLang="en-US" baseline="0" dirty="0">
                          <a:latin typeface="Times New Roman" pitchFamily="18" charset="0"/>
                          <a:ea typeface="Times New Roman" pitchFamily="18" charset="0"/>
                        </a:rPr>
                        <a:t>  and           humidity            monitoring          framework</a:t>
                      </a:r>
                      <a:endParaRPr lang="en-GB" altLang="en-US" dirty="0">
                        <a:latin typeface="Times New Roman" pitchFamily="18" charset="0"/>
                        <a:ea typeface="Times New Roman" pitchFamily="18" charset="0"/>
                      </a:endParaRP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GB" altLang="en-US" dirty="0" err="1">
                          <a:latin typeface="Times New Roman" pitchFamily="18" charset="0"/>
                          <a:ea typeface="Times New Roman" pitchFamily="18" charset="0"/>
                        </a:rPr>
                        <a:t>Rafizah</a:t>
                      </a:r>
                      <a:r>
                        <a:rPr lang="en-GB" altLang="en-US" baseline="0" dirty="0">
                          <a:latin typeface="Times New Roman" pitchFamily="18" charset="0"/>
                          <a:ea typeface="Times New Roman" pitchFamily="18" charset="0"/>
                        </a:rPr>
                        <a:t> </a:t>
                      </a:r>
                      <a:r>
                        <a:rPr lang="en-GB" altLang="en-US" baseline="0" dirty="0" err="1">
                          <a:latin typeface="Times New Roman" pitchFamily="18" charset="0"/>
                          <a:ea typeface="Times New Roman" pitchFamily="18" charset="0"/>
                        </a:rPr>
                        <a:t>Ab</a:t>
                      </a:r>
                      <a:r>
                        <a:rPr lang="en-GB" altLang="en-US" baseline="0" dirty="0">
                          <a:latin typeface="Times New Roman" pitchFamily="18" charset="0"/>
                          <a:ea typeface="Times New Roman" pitchFamily="18" charset="0"/>
                        </a:rPr>
                        <a:t>   </a:t>
                      </a:r>
                      <a:r>
                        <a:rPr lang="en-GB" altLang="en-US" baseline="0" dirty="0" err="1">
                          <a:latin typeface="Times New Roman" pitchFamily="18" charset="0"/>
                          <a:ea typeface="Times New Roman" pitchFamily="18" charset="0"/>
                        </a:rPr>
                        <a:t>Rahman</a:t>
                      </a:r>
                      <a:r>
                        <a:rPr lang="en-GB" altLang="en-US" baseline="0" dirty="0">
                          <a:latin typeface="Times New Roman" pitchFamily="18" charset="0"/>
                          <a:ea typeface="Times New Roman" pitchFamily="18" charset="0"/>
                        </a:rPr>
                        <a:t>,</a:t>
                      </a:r>
                    </a:p>
                    <a:p>
                      <a:pPr lvl="0" algn="ctr" eaLnBrk="1" latinLnBrk="1" hangingPunct="1"/>
                      <a:r>
                        <a:rPr lang="en-GB" altLang="en-US" baseline="0" dirty="0" err="1">
                          <a:latin typeface="Times New Roman" pitchFamily="18" charset="0"/>
                          <a:ea typeface="Times New Roman" pitchFamily="18" charset="0"/>
                        </a:rPr>
                        <a:t>Ummi</a:t>
                      </a:r>
                      <a:r>
                        <a:rPr lang="en-GB" altLang="en-US" baseline="0" dirty="0">
                          <a:latin typeface="Times New Roman" pitchFamily="18" charset="0"/>
                          <a:ea typeface="Times New Roman" pitchFamily="18" charset="0"/>
                        </a:rPr>
                        <a:t> Raba’ ah </a:t>
                      </a:r>
                      <a:r>
                        <a:rPr lang="en-GB" altLang="en-US" baseline="0" dirty="0" err="1">
                          <a:latin typeface="Times New Roman" pitchFamily="18" charset="0"/>
                          <a:ea typeface="Times New Roman" pitchFamily="18" charset="0"/>
                        </a:rPr>
                        <a:t>Hashim</a:t>
                      </a:r>
                      <a:r>
                        <a:rPr lang="en-GB" altLang="en-US" baseline="0" dirty="0">
                          <a:latin typeface="Times New Roman" pitchFamily="18" charset="0"/>
                          <a:ea typeface="Times New Roman" pitchFamily="18" charset="0"/>
                        </a:rPr>
                        <a:t>,</a:t>
                      </a:r>
                    </a:p>
                    <a:p>
                      <a:pPr lvl="0" algn="ctr" eaLnBrk="1" latinLnBrk="1" hangingPunct="1"/>
                      <a:r>
                        <a:rPr lang="en-GB" altLang="en-US" baseline="0" dirty="0">
                          <a:latin typeface="Times New Roman" pitchFamily="18" charset="0"/>
                          <a:ea typeface="Times New Roman" pitchFamily="18" charset="0"/>
                        </a:rPr>
                        <a:t>Sabrina         Ahmad.</a:t>
                      </a:r>
                    </a:p>
                    <a:p>
                      <a:pPr lvl="0" algn="ctr" eaLnBrk="1" latinLnBrk="1" hangingPunct="1"/>
                      <a:r>
                        <a:rPr lang="en-GB" altLang="en-US" baseline="0" dirty="0">
                          <a:latin typeface="Times New Roman" pitchFamily="18" charset="0"/>
                          <a:ea typeface="Times New Roman" pitchFamily="18" charset="0"/>
                        </a:rPr>
                        <a:t>2019</a:t>
                      </a:r>
                      <a:endParaRPr lang="en-GB" altLang="en-US" dirty="0">
                        <a:latin typeface="Times New Roman" pitchFamily="18" charset="0"/>
                        <a:ea typeface="Times New Roman" pitchFamily="18" charset="0"/>
                      </a:endParaRP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dirty="0">
                          <a:latin typeface="Calibri" pitchFamily="34" charset="0"/>
                        </a:rPr>
                        <a:t>BEEI Journal</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r>
                        <a:rPr lang="en-US" sz="1800" b="0" i="0" kern="1200" dirty="0">
                          <a:solidFill>
                            <a:schemeClr val="tx1"/>
                          </a:solidFill>
                          <a:latin typeface="+mn-lt"/>
                          <a:ea typeface="+mn-ea"/>
                          <a:cs typeface="+mn-cs"/>
                        </a:rPr>
                        <a:t>This study explored the use of Internet of Things (</a:t>
                      </a:r>
                      <a:r>
                        <a:rPr lang="en-US" sz="1800" b="0" i="0" kern="1200" dirty="0" err="1">
                          <a:solidFill>
                            <a:schemeClr val="tx1"/>
                          </a:solidFill>
                          <a:latin typeface="+mn-lt"/>
                          <a:ea typeface="+mn-ea"/>
                          <a:cs typeface="+mn-cs"/>
                        </a:rPr>
                        <a:t>IoT</a:t>
                      </a:r>
                      <a:r>
                        <a:rPr lang="en-US" sz="1800" b="0" i="0" kern="1200" dirty="0">
                          <a:solidFill>
                            <a:schemeClr val="tx1"/>
                          </a:solidFill>
                          <a:latin typeface="+mn-lt"/>
                          <a:ea typeface="+mn-ea"/>
                          <a:cs typeface="+mn-cs"/>
                        </a:rPr>
                        <a:t>) in monitoring the temperature and humidity of a data centre in real-time using a simple monitoring system to determine the relationship and difference between temperature and humidity with respect to the different locations of measurement. The monitoring system was also successful in detecting extreme changes in temperature and humidity and automatically send a notification</a:t>
                      </a:r>
                      <a:r>
                        <a:rPr lang="en-US" sz="1800" b="0" i="0" kern="1200" baseline="0" dirty="0">
                          <a:solidFill>
                            <a:schemeClr val="tx1"/>
                          </a:solidFill>
                          <a:latin typeface="+mn-lt"/>
                          <a:ea typeface="+mn-ea"/>
                          <a:cs typeface="+mn-cs"/>
                        </a:rPr>
                        <a:t> to </a:t>
                      </a:r>
                      <a:r>
                        <a:rPr lang="en-US" sz="1800" b="0" i="0" kern="1200" dirty="0">
                          <a:solidFill>
                            <a:schemeClr val="tx1"/>
                          </a:solidFill>
                          <a:latin typeface="+mn-lt"/>
                          <a:ea typeface="+mn-ea"/>
                          <a:cs typeface="+mn-cs"/>
                        </a:rPr>
                        <a:t>SMS.</a:t>
                      </a:r>
                    </a:p>
                    <a:p>
                      <a:r>
                        <a:rPr lang="en-US" sz="1800" b="0" i="0" kern="1200" dirty="0">
                          <a:solidFill>
                            <a:schemeClr val="tx1"/>
                          </a:solidFill>
                          <a:latin typeface="+mn-lt"/>
                          <a:ea typeface="+mn-ea"/>
                          <a:cs typeface="+mn-cs"/>
                        </a:rPr>
                        <a:t/>
                      </a:r>
                      <a:br>
                        <a:rPr lang="en-US" sz="1800" b="0" i="0" kern="1200" dirty="0">
                          <a:solidFill>
                            <a:schemeClr val="tx1"/>
                          </a:solidFill>
                          <a:latin typeface="+mn-lt"/>
                          <a:ea typeface="+mn-ea"/>
                          <a:cs typeface="+mn-cs"/>
                        </a:rPr>
                      </a:br>
                      <a:endParaRPr lang="en-GB" altLang="en-US" sz="1800" b="0" dirty="0">
                        <a:solidFill>
                          <a:schemeClr val="dk1"/>
                        </a:solidFill>
                        <a:latin typeface="Times New Roman" pitchFamily="18" charset="0"/>
                        <a:ea typeface="Times New Roman" pitchFamily="18" charset="0"/>
                      </a:endParaRPr>
                    </a:p>
                    <a:p>
                      <a:pPr lvl="0" algn="just" eaLnBrk="1" latinLnBrk="1" hangingPunct="1"/>
                      <a:endParaRPr lang="en-GB" altLang="en-US" sz="1800" b="0" dirty="0">
                        <a:solidFill>
                          <a:schemeClr val="dk1"/>
                        </a:solidFill>
                        <a:latin typeface="Times New Roman" pitchFamily="18" charset="0"/>
                        <a:ea typeface="Times New Roman" pitchFamily="18" charset="0"/>
                      </a:endParaRPr>
                    </a:p>
                    <a:p>
                      <a:pPr lvl="0" algn="just" eaLnBrk="1" latinLnBrk="1" hangingPunct="1"/>
                      <a:endParaRPr lang="en-GB" altLang="en-US" sz="1800" b="0" dirty="0">
                        <a:solidFill>
                          <a:schemeClr val="dk1"/>
                        </a:solidFill>
                        <a:latin typeface="Times New Roman" pitchFamily="18" charset="0"/>
                        <a:ea typeface="Times New Roman" pitchFamily="18" charset="0"/>
                      </a:endParaRPr>
                    </a:p>
                    <a:p>
                      <a:pPr lvl="0" algn="just" eaLnBrk="1" latinLnBrk="1" hangingPunct="1"/>
                      <a:endParaRPr lang="en-GB" altLang="en-US" sz="1800" b="0" dirty="0">
                        <a:solidFill>
                          <a:schemeClr val="dk1"/>
                        </a:solidFill>
                        <a:latin typeface="Times New Roman" pitchFamily="18" charset="0"/>
                        <a:ea typeface="Times New Roman" pitchFamily="18" charset="0"/>
                      </a:endParaRP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extLst>
                  <a:ext uri="{0D108BD9-81ED-4DB2-BD59-A6C34878D82A}">
                    <a16:rowId xmlns="" xmlns:a16="http://schemas.microsoft.com/office/drawing/2014/main" val="10001"/>
                  </a:ext>
                </a:extLst>
              </a:tr>
            </a:tbl>
          </a:graphicData>
        </a:graphic>
      </p:graphicFrame>
      <p:sp>
        <p:nvSpPr>
          <p:cNvPr id="1048615" name="Slide Number Placeholder 9"/>
          <p:cNvSpPr txBox="1"/>
          <p:nvPr/>
        </p:nvSpPr>
        <p:spPr>
          <a:xfrm>
            <a:off x="6477000" y="6248400"/>
            <a:ext cx="2133600" cy="36512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latinLnBrk="1" hangingPunct="1"/>
            <a:r>
              <a:rPr lang="en-US" altLang="en-US" sz="1200" dirty="0">
                <a:solidFill>
                  <a:srgbClr val="898989"/>
                </a:solidFill>
                <a:latin typeface="Calibri" pitchFamily="34" charset="0"/>
              </a:rPr>
              <a:t>4</a:t>
            </a:r>
          </a:p>
        </p:txBody>
      </p:sp>
      <p:sp>
        <p:nvSpPr>
          <p:cNvPr id="7" name="Content Placeholder 2"/>
          <p:cNvSpPr txBox="1">
            <a:spLocks/>
          </p:cNvSpPr>
          <p:nvPr/>
        </p:nvSpPr>
        <p:spPr>
          <a:xfrm>
            <a:off x="609600" y="1295400"/>
            <a:ext cx="8686800" cy="5715000"/>
          </a:xfrm>
          <a:prstGeom prst="rect">
            <a:avLst/>
          </a:prstGeom>
          <a:noFill/>
          <a:ln>
            <a:noFill/>
          </a:ln>
        </p:spPr>
        <p:txBody>
          <a:bodyPr vert="horz" lIns="91440" tIns="45720" rIns="91440" bIns="45720" anchor="t"/>
          <a:lstStyle>
            <a:lvl1pPr marL="342900" indent="-342900" algn="l" rtl="0" fontAlgn="base" latinLnBrk="1">
              <a:lnSpc>
                <a:spcPct val="100000"/>
              </a:lnSpc>
              <a:spcBef>
                <a:spcPct val="20000"/>
              </a:spcBef>
              <a:spcAft>
                <a:spcPct val="0"/>
              </a:spcAft>
              <a:buSzPct val="100000"/>
              <a:buFont typeface="Arial" charset="0"/>
              <a:buChar char="•"/>
              <a:defRPr sz="3200" b="0" i="0" u="none" baseline="0">
                <a:solidFill>
                  <a:schemeClr val="dk1"/>
                </a:solidFill>
                <a:latin typeface="Calibri" pitchFamily="34" charset="0"/>
                <a:sym typeface="Arial" charset="0"/>
              </a:defRPr>
            </a:lvl1pPr>
            <a:lvl2pPr marL="742950" indent="-285750" algn="l" rtl="0" fontAlgn="base" latinLnBrk="1">
              <a:lnSpc>
                <a:spcPct val="100000"/>
              </a:lnSpc>
              <a:spcBef>
                <a:spcPct val="20000"/>
              </a:spcBef>
              <a:spcAft>
                <a:spcPct val="0"/>
              </a:spcAft>
              <a:buSzPct val="100000"/>
              <a:buFont typeface="Arial" charset="0"/>
              <a:buChar char="–"/>
              <a:defRPr sz="2800" b="0" i="0" u="none" baseline="0">
                <a:solidFill>
                  <a:schemeClr val="dk1"/>
                </a:solidFill>
                <a:latin typeface="Calibri" pitchFamily="34" charset="0"/>
                <a:sym typeface="Arial" charset="0"/>
              </a:defRPr>
            </a:lvl2pPr>
            <a:lvl3pPr marL="1143000" indent="-228600" algn="l" rtl="0" fontAlgn="base" latinLnBrk="1">
              <a:lnSpc>
                <a:spcPct val="100000"/>
              </a:lnSpc>
              <a:spcBef>
                <a:spcPct val="20000"/>
              </a:spcBef>
              <a:spcAft>
                <a:spcPct val="0"/>
              </a:spcAft>
              <a:buSzPct val="100000"/>
              <a:buFont typeface="Arial" charset="0"/>
              <a:buChar char="•"/>
              <a:defRPr sz="2400" b="0" i="0" u="none" baseline="0">
                <a:solidFill>
                  <a:schemeClr val="dk1"/>
                </a:solidFill>
                <a:latin typeface="Calibri" pitchFamily="34" charset="0"/>
                <a:sym typeface="Arial" charset="0"/>
              </a:defRPr>
            </a:lvl3pPr>
            <a:lvl4pPr marL="1600200" indent="-228600" algn="l" rtl="0" fontAlgn="base" latinLnBrk="1">
              <a:lnSpc>
                <a:spcPct val="100000"/>
              </a:lnSpc>
              <a:spcBef>
                <a:spcPct val="20000"/>
              </a:spcBef>
              <a:spcAft>
                <a:spcPct val="0"/>
              </a:spcAft>
              <a:buSzPct val="100000"/>
              <a:buFont typeface="Arial" charset="0"/>
              <a:buChar char="–"/>
              <a:defRPr sz="2000" b="0" i="0" u="none" baseline="0">
                <a:solidFill>
                  <a:schemeClr val="dk1"/>
                </a:solidFill>
                <a:latin typeface="Calibri" pitchFamily="34" charset="0"/>
                <a:sym typeface="Arial" charset="0"/>
              </a:defRPr>
            </a:lvl4pPr>
            <a:lvl5pPr marL="2057400" indent="-228600" algn="l" rtl="0" fontAlgn="base" latinLnBrk="1">
              <a:lnSpc>
                <a:spcPct val="100000"/>
              </a:lnSpc>
              <a:spcBef>
                <a:spcPct val="20000"/>
              </a:spcBef>
              <a:spcAft>
                <a:spcPct val="0"/>
              </a:spcAft>
              <a:buSzPct val="100000"/>
              <a:buFont typeface="Arial" charset="0"/>
              <a:buChar char="»"/>
              <a:defRPr sz="2000" b="0" i="0" u="none" baseline="0">
                <a:solidFill>
                  <a:schemeClr val="dk1"/>
                </a:solidFill>
                <a:latin typeface="Calibri" pitchFamily="34" charset="0"/>
                <a:sym typeface="Arial" charset="0"/>
              </a:defRPr>
            </a:lvl5pPr>
          </a:lstStyle>
          <a:p>
            <a:pPr marL="342900" marR="0" lvl="0" indent="-342900" algn="just" defTabSz="914400" rtl="0" eaLnBrk="1" fontAlgn="base" latinLnBrk="1" hangingPunct="1">
              <a:lnSpc>
                <a:spcPct val="160000"/>
              </a:lnSpc>
              <a:spcBef>
                <a:spcPct val="20000"/>
              </a:spcBef>
              <a:spcAft>
                <a:spcPct val="0"/>
              </a:spcAft>
              <a:buClrTx/>
              <a:buSzPct val="100000"/>
              <a:buFont typeface="Arial" charset="0"/>
              <a:buNone/>
              <a:tabLst/>
              <a:defRPr/>
            </a:pPr>
            <a:endParaRPr kumimoji="0" lang="en-US" altLang="en-US" sz="2000" b="1" i="0" u="none" strike="noStrike" kern="1200" cap="none" spc="0" normalizeH="0" baseline="0" noProof="0">
              <a:ln>
                <a:noFill/>
              </a:ln>
              <a:solidFill>
                <a:srgbClr val="002060"/>
              </a:solidFill>
              <a:effectLst/>
              <a:uLnTx/>
              <a:uFillTx/>
              <a:latin typeface="Times New Roman" pitchFamily="18" charset="0"/>
              <a:ea typeface="Times New Roman" pitchFamily="18" charset="0"/>
              <a:cs typeface="+mn-cs"/>
              <a:sym typeface="Arial" charset="0"/>
            </a:endParaRPr>
          </a:p>
          <a:p>
            <a:pPr marL="342900" marR="0" lvl="0" indent="-342900" algn="just" defTabSz="914400" rtl="0" eaLnBrk="1" fontAlgn="base" latinLnBrk="1" hangingPunct="1">
              <a:lnSpc>
                <a:spcPct val="160000"/>
              </a:lnSpc>
              <a:spcBef>
                <a:spcPct val="20000"/>
              </a:spcBef>
              <a:spcAft>
                <a:spcPct val="0"/>
              </a:spcAft>
              <a:buClrTx/>
              <a:buSzPct val="100000"/>
              <a:buFont typeface="Arial" charset="0"/>
              <a:buNone/>
              <a:tabLst/>
              <a:defRPr/>
            </a:pPr>
            <a:endParaRPr kumimoji="0" lang="en-US" altLang="en-US" sz="2000" b="1" i="0" u="none" strike="noStrike" kern="1200" cap="none" spc="0" normalizeH="0" baseline="0" noProof="0">
              <a:ln>
                <a:noFill/>
              </a:ln>
              <a:solidFill>
                <a:srgbClr val="002060"/>
              </a:solidFill>
              <a:effectLst/>
              <a:uLnTx/>
              <a:uFillTx/>
              <a:latin typeface="Times New Roman" pitchFamily="18" charset="0"/>
              <a:ea typeface="Times New Roman" pitchFamily="18" charset="0"/>
              <a:cs typeface="+mn-cs"/>
              <a:sym typeface="Arial" charset="0"/>
            </a:endParaRPr>
          </a:p>
          <a:p>
            <a:pPr marL="342900" marR="0" lvl="0" indent="-342900" algn="just" defTabSz="914400" rtl="0" eaLnBrk="1" fontAlgn="base" latinLnBrk="1" hangingPunct="1">
              <a:lnSpc>
                <a:spcPct val="160000"/>
              </a:lnSpc>
              <a:spcBef>
                <a:spcPct val="20000"/>
              </a:spcBef>
              <a:spcAft>
                <a:spcPct val="0"/>
              </a:spcAft>
              <a:buClrTx/>
              <a:buSzPct val="100000"/>
              <a:buFont typeface="Arial" charset="0"/>
              <a:buNone/>
              <a:tabLst/>
              <a:defRPr/>
            </a:pPr>
            <a:endParaRPr kumimoji="0" lang="en-US" altLang="en-US" sz="2000" b="1" i="0" u="none" strike="noStrike" kern="1200" cap="none" spc="0" normalizeH="0" baseline="0" noProof="0">
              <a:ln>
                <a:noFill/>
              </a:ln>
              <a:solidFill>
                <a:srgbClr val="002060"/>
              </a:solidFill>
              <a:effectLst/>
              <a:uLnTx/>
              <a:uFillTx/>
              <a:latin typeface="Times New Roman" pitchFamily="18" charset="0"/>
              <a:ea typeface="Times New Roman" pitchFamily="18" charset="0"/>
              <a:cs typeface="+mn-cs"/>
              <a:sym typeface="Arial" charset="0"/>
            </a:endParaRPr>
          </a:p>
          <a:p>
            <a:pPr marL="342900" marR="0" lvl="0" indent="-342900" algn="just" defTabSz="914400" rtl="0" eaLnBrk="1" fontAlgn="base" latinLnBrk="1" hangingPunct="1">
              <a:lnSpc>
                <a:spcPct val="160000"/>
              </a:lnSpc>
              <a:spcBef>
                <a:spcPct val="20000"/>
              </a:spcBef>
              <a:spcAft>
                <a:spcPct val="0"/>
              </a:spcAft>
              <a:buClrTx/>
              <a:buSzPct val="100000"/>
              <a:buFont typeface="Arial" charset="0"/>
              <a:buNone/>
              <a:tabLst/>
              <a:defRPr/>
            </a:pPr>
            <a:endParaRPr kumimoji="0" lang="en-US" altLang="en-US" sz="2000" b="1" i="0" u="none" strike="noStrike" kern="1200" cap="none" spc="0" normalizeH="0" baseline="0" noProof="0">
              <a:ln>
                <a:noFill/>
              </a:ln>
              <a:solidFill>
                <a:srgbClr val="002060"/>
              </a:solidFill>
              <a:effectLst/>
              <a:uLnTx/>
              <a:uFillTx/>
              <a:latin typeface="Times New Roman" pitchFamily="18" charset="0"/>
              <a:ea typeface="Times New Roman" pitchFamily="18" charset="0"/>
              <a:cs typeface="+mn-cs"/>
              <a:sym typeface="Arial" charset="0"/>
            </a:endParaRPr>
          </a:p>
          <a:p>
            <a:pPr marL="342900" marR="0" lvl="0" indent="-342900" algn="just" defTabSz="914400" rtl="0" eaLnBrk="1" fontAlgn="base" latinLnBrk="1" hangingPunct="1">
              <a:lnSpc>
                <a:spcPct val="160000"/>
              </a:lnSpc>
              <a:spcBef>
                <a:spcPct val="20000"/>
              </a:spcBef>
              <a:spcAft>
                <a:spcPct val="0"/>
              </a:spcAft>
              <a:buClrTx/>
              <a:buSzPct val="100000"/>
              <a:buFont typeface="Arial" charset="0"/>
              <a:buNone/>
              <a:tabLst/>
              <a:defRPr/>
            </a:pPr>
            <a:endParaRPr kumimoji="0" lang="en-US" altLang="en-US" sz="2000" b="1" i="0" u="none" strike="noStrike" kern="1200" cap="none" spc="0" normalizeH="0" baseline="0" noProof="0">
              <a:ln>
                <a:noFill/>
              </a:ln>
              <a:solidFill>
                <a:srgbClr val="002060"/>
              </a:solidFill>
              <a:effectLst/>
              <a:uLnTx/>
              <a:uFillTx/>
              <a:latin typeface="Times New Roman" pitchFamily="18" charset="0"/>
              <a:ea typeface="Times New Roman" pitchFamily="18" charset="0"/>
              <a:cs typeface="+mn-cs"/>
              <a:sym typeface="Arial" charset="0"/>
            </a:endParaRPr>
          </a:p>
          <a:p>
            <a:pPr marL="342900" marR="0" lvl="0" indent="-342900" algn="just" defTabSz="914400" rtl="0" eaLnBrk="1" fontAlgn="base" latinLnBrk="1" hangingPunct="1">
              <a:lnSpc>
                <a:spcPct val="160000"/>
              </a:lnSpc>
              <a:spcBef>
                <a:spcPct val="20000"/>
              </a:spcBef>
              <a:spcAft>
                <a:spcPct val="0"/>
              </a:spcAft>
              <a:buClrTx/>
              <a:buSzPct val="100000"/>
              <a:buFont typeface="Arial" charset="0"/>
              <a:buNone/>
              <a:tabLst/>
              <a:defRPr/>
            </a:pPr>
            <a:endParaRPr kumimoji="0" lang="en-US" altLang="en-US" sz="2000" b="1" i="0" u="none" strike="noStrike" kern="1200" cap="none" spc="0" normalizeH="0" baseline="0" noProof="0">
              <a:ln>
                <a:noFill/>
              </a:ln>
              <a:solidFill>
                <a:srgbClr val="002060"/>
              </a:solidFill>
              <a:effectLst/>
              <a:uLnTx/>
              <a:uFillTx/>
              <a:latin typeface="Times New Roman" pitchFamily="18" charset="0"/>
              <a:ea typeface="Times New Roman" pitchFamily="18" charset="0"/>
              <a:cs typeface="+mn-cs"/>
              <a:sym typeface="Arial" charset="0"/>
            </a:endParaRPr>
          </a:p>
          <a:p>
            <a:pPr marL="342900" marR="0" lvl="0" indent="-342900" algn="just" defTabSz="914400" rtl="0" eaLnBrk="1" fontAlgn="base" latinLnBrk="1" hangingPunct="1">
              <a:lnSpc>
                <a:spcPct val="160000"/>
              </a:lnSpc>
              <a:spcBef>
                <a:spcPct val="20000"/>
              </a:spcBef>
              <a:spcAft>
                <a:spcPct val="0"/>
              </a:spcAft>
              <a:buClrTx/>
              <a:buSzPct val="100000"/>
              <a:buFont typeface="Arial" charset="0"/>
              <a:buNone/>
              <a:tabLst/>
              <a:defRPr/>
            </a:pPr>
            <a:endParaRPr kumimoji="0" lang="en-US" altLang="en-US" sz="2000" b="1" i="0" u="none" strike="noStrike" kern="1200" cap="none" spc="0" normalizeH="0" baseline="0" noProof="0">
              <a:ln>
                <a:noFill/>
              </a:ln>
              <a:solidFill>
                <a:srgbClr val="002060"/>
              </a:solidFill>
              <a:effectLst/>
              <a:uLnTx/>
              <a:uFillTx/>
              <a:latin typeface="Times New Roman" pitchFamily="18" charset="0"/>
              <a:ea typeface="Times New Roman" pitchFamily="18" charset="0"/>
              <a:cs typeface="+mn-cs"/>
              <a:sym typeface="Arial" charset="0"/>
            </a:endParaRPr>
          </a:p>
          <a:p>
            <a:pPr marL="342900" marR="0" lvl="0" indent="-342900" algn="just" defTabSz="914400" rtl="0" eaLnBrk="1" fontAlgn="base" latinLnBrk="1" hangingPunct="1">
              <a:lnSpc>
                <a:spcPct val="160000"/>
              </a:lnSpc>
              <a:spcBef>
                <a:spcPct val="20000"/>
              </a:spcBef>
              <a:spcAft>
                <a:spcPct val="0"/>
              </a:spcAft>
              <a:buClrTx/>
              <a:buSzPct val="100000"/>
              <a:buFont typeface="Arial" charset="0"/>
              <a:buNone/>
              <a:tabLst/>
              <a:defRPr/>
            </a:pPr>
            <a:endParaRPr kumimoji="0" lang="en-US" altLang="en-US" sz="2000" b="1" i="0" u="none" strike="noStrike" kern="1200" cap="none" spc="0" normalizeH="0" baseline="0" noProof="0">
              <a:ln>
                <a:noFill/>
              </a:ln>
              <a:solidFill>
                <a:srgbClr val="002060"/>
              </a:solidFill>
              <a:effectLst/>
              <a:uLnTx/>
              <a:uFillTx/>
              <a:latin typeface="Times New Roman" pitchFamily="18" charset="0"/>
              <a:ea typeface="Times New Roman" pitchFamily="18" charset="0"/>
              <a:cs typeface="+mn-cs"/>
              <a:sym typeface="Arial" charset="0"/>
            </a:endParaRPr>
          </a:p>
          <a:p>
            <a:pPr marL="342900" marR="0" lvl="0" indent="-342900" algn="just" defTabSz="914400" rtl="0" eaLnBrk="1" fontAlgn="base" latinLnBrk="1" hangingPunct="1">
              <a:lnSpc>
                <a:spcPct val="160000"/>
              </a:lnSpc>
              <a:spcBef>
                <a:spcPct val="20000"/>
              </a:spcBef>
              <a:spcAft>
                <a:spcPct val="0"/>
              </a:spcAft>
              <a:buClrTx/>
              <a:buSzPct val="100000"/>
              <a:buFont typeface="Arial" charset="0"/>
              <a:buNone/>
              <a:tabLst/>
              <a:defRPr/>
            </a:pPr>
            <a:endParaRPr kumimoji="0" lang="en-US" altLang="en-US" sz="2000" b="1" i="0" u="none" strike="noStrike" kern="1200" cap="none" spc="0" normalizeH="0" baseline="0" noProof="0">
              <a:ln>
                <a:noFill/>
              </a:ln>
              <a:solidFill>
                <a:srgbClr val="002060"/>
              </a:solidFill>
              <a:effectLst/>
              <a:uLnTx/>
              <a:uFillTx/>
              <a:latin typeface="Times New Roman" pitchFamily="18" charset="0"/>
              <a:ea typeface="Times New Roman" pitchFamily="18" charset="0"/>
              <a:cs typeface="+mn-cs"/>
              <a:sym typeface="Arial" charset="0"/>
            </a:endParaRPr>
          </a:p>
          <a:p>
            <a:pPr marL="342900" marR="0" lvl="0" indent="-342900" algn="just" defTabSz="914400" rtl="0" eaLnBrk="1" fontAlgn="base" latinLnBrk="1" hangingPunct="1">
              <a:lnSpc>
                <a:spcPct val="160000"/>
              </a:lnSpc>
              <a:spcBef>
                <a:spcPct val="20000"/>
              </a:spcBef>
              <a:spcAft>
                <a:spcPct val="0"/>
              </a:spcAft>
              <a:buClrTx/>
              <a:buSzPct val="100000"/>
              <a:buFont typeface="Arial" charset="0"/>
              <a:buNone/>
              <a:tabLst/>
              <a:defRPr/>
            </a:pPr>
            <a:endParaRPr kumimoji="0" lang="en-US" altLang="en-US" sz="2000" b="1" i="0" u="none" strike="noStrike" kern="1200" cap="none" spc="0" normalizeH="0" baseline="0" noProof="0">
              <a:ln>
                <a:noFill/>
              </a:ln>
              <a:solidFill>
                <a:srgbClr val="002060"/>
              </a:solidFill>
              <a:effectLst/>
              <a:uLnTx/>
              <a:uFillTx/>
              <a:latin typeface="Times New Roman" pitchFamily="18" charset="0"/>
              <a:ea typeface="Times New Roman" pitchFamily="18" charset="0"/>
              <a:cs typeface="+mn-cs"/>
              <a:sym typeface="Arial" charset="0"/>
            </a:endParaRPr>
          </a:p>
          <a:p>
            <a:pPr marL="342900" marR="0" lvl="0" indent="-342900" algn="just" defTabSz="914400" rtl="0" eaLnBrk="1" fontAlgn="base" latinLnBrk="1" hangingPunct="1">
              <a:lnSpc>
                <a:spcPct val="160000"/>
              </a:lnSpc>
              <a:spcBef>
                <a:spcPct val="20000"/>
              </a:spcBef>
              <a:spcAft>
                <a:spcPct val="0"/>
              </a:spcAft>
              <a:buClrTx/>
              <a:buSzPct val="100000"/>
              <a:buFont typeface="Arial" charset="0"/>
              <a:buNone/>
              <a:tabLst/>
              <a:defRPr/>
            </a:pPr>
            <a:endParaRPr kumimoji="0" lang="en-US" altLang="en-US" sz="2000" b="1" i="0" u="none" strike="noStrike" kern="1200" cap="none" spc="0" normalizeH="0" baseline="0" noProof="0">
              <a:ln>
                <a:noFill/>
              </a:ln>
              <a:solidFill>
                <a:srgbClr val="002060"/>
              </a:solidFill>
              <a:effectLst/>
              <a:uLnTx/>
              <a:uFillTx/>
              <a:latin typeface="Times New Roman" pitchFamily="18" charset="0"/>
              <a:ea typeface="Times New Roman" pitchFamily="18" charset="0"/>
              <a:cs typeface="+mn-cs"/>
              <a:sym typeface="Arial" charset="0"/>
            </a:endParaRPr>
          </a:p>
          <a:p>
            <a:pPr marL="342900" marR="0" lvl="0" indent="-342900" algn="just" defTabSz="914400" rtl="0" eaLnBrk="1" fontAlgn="base" latinLnBrk="1" hangingPunct="1">
              <a:lnSpc>
                <a:spcPct val="160000"/>
              </a:lnSpc>
              <a:spcBef>
                <a:spcPct val="20000"/>
              </a:spcBef>
              <a:spcAft>
                <a:spcPct val="0"/>
              </a:spcAft>
              <a:buClrTx/>
              <a:buSzPct val="100000"/>
              <a:buFont typeface="Arial" charset="0"/>
              <a:buNone/>
              <a:tabLst/>
              <a:defRPr/>
            </a:pPr>
            <a:endParaRPr kumimoji="0" lang="en-US" altLang="en-US" sz="2000" b="1" i="0" u="none" strike="noStrike" kern="1200" cap="none" spc="0" normalizeH="0" baseline="0" noProof="0">
              <a:ln>
                <a:noFill/>
              </a:ln>
              <a:solidFill>
                <a:srgbClr val="002060"/>
              </a:solidFill>
              <a:effectLst/>
              <a:uLnTx/>
              <a:uFillTx/>
              <a:latin typeface="Times New Roman" pitchFamily="18" charset="0"/>
              <a:ea typeface="Times New Roman" pitchFamily="18" charset="0"/>
              <a:cs typeface="+mn-cs"/>
              <a:sym typeface="Arial" charset="0"/>
            </a:endParaRPr>
          </a:p>
          <a:p>
            <a:pPr marL="342900" marR="0" lvl="0" indent="-342900" algn="just" defTabSz="914400" rtl="0" eaLnBrk="1" fontAlgn="base" latinLnBrk="1" hangingPunct="1">
              <a:lnSpc>
                <a:spcPct val="160000"/>
              </a:lnSpc>
              <a:spcBef>
                <a:spcPct val="20000"/>
              </a:spcBef>
              <a:spcAft>
                <a:spcPct val="0"/>
              </a:spcAft>
              <a:buClrTx/>
              <a:buSzPct val="100000"/>
              <a:buFont typeface="Arial" charset="0"/>
              <a:buNone/>
              <a:tabLst/>
              <a:defRPr/>
            </a:pPr>
            <a:endParaRPr kumimoji="0" lang="en-US" altLang="en-US" sz="2000" b="1" i="0" u="none" strike="noStrike" kern="1200" cap="none" spc="0" normalizeH="0" baseline="0" noProof="0">
              <a:ln>
                <a:noFill/>
              </a:ln>
              <a:solidFill>
                <a:srgbClr val="002060"/>
              </a:solidFill>
              <a:effectLst/>
              <a:uLnTx/>
              <a:uFillTx/>
              <a:latin typeface="Times New Roman" pitchFamily="18" charset="0"/>
              <a:ea typeface="Times New Roman" pitchFamily="18" charset="0"/>
              <a:cs typeface="+mn-cs"/>
              <a:sym typeface="Arial" charset="0"/>
            </a:endParaRPr>
          </a:p>
          <a:p>
            <a:pPr marL="342900" marR="0" lvl="0" indent="-342900" algn="just" defTabSz="914400" rtl="0" eaLnBrk="1" fontAlgn="base" latinLnBrk="1" hangingPunct="1">
              <a:lnSpc>
                <a:spcPct val="160000"/>
              </a:lnSpc>
              <a:spcBef>
                <a:spcPct val="20000"/>
              </a:spcBef>
              <a:spcAft>
                <a:spcPct val="0"/>
              </a:spcAft>
              <a:buClrTx/>
              <a:buSzPct val="100000"/>
              <a:buFont typeface="Arial" charset="0"/>
              <a:buNone/>
              <a:tabLst/>
              <a:defRPr/>
            </a:pPr>
            <a:endParaRPr kumimoji="0" lang="en-US" altLang="en-US" sz="2000" b="1" i="0" u="none" strike="noStrike" kern="1200" cap="none" spc="0" normalizeH="0" baseline="0" noProof="0">
              <a:ln>
                <a:noFill/>
              </a:ln>
              <a:solidFill>
                <a:srgbClr val="002060"/>
              </a:solidFill>
              <a:effectLst/>
              <a:uLnTx/>
              <a:uFillTx/>
              <a:latin typeface="Times New Roman" pitchFamily="18" charset="0"/>
              <a:ea typeface="Times New Roman" pitchFamily="18" charset="0"/>
              <a:cs typeface="+mn-cs"/>
              <a:sym typeface="Arial"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9" name="Content Placeholder 2"/>
          <p:cNvSpPr>
            <a:spLocks noGrp="1"/>
          </p:cNvSpPr>
          <p:nvPr>
            <p:ph idx="1"/>
          </p:nvPr>
        </p:nvSpPr>
        <p:spPr>
          <a:xfrm>
            <a:off x="457200" y="1143000"/>
            <a:ext cx="8686800" cy="5715000"/>
          </a:xfrm>
          <a:prstGeom prst="rect">
            <a:avLst/>
          </a:prstGeom>
          <a:noFill/>
          <a:ln>
            <a:noFill/>
          </a:ln>
        </p:spPr>
        <p:txBody>
          <a:bodyPr vert="horz" lIns="91440" tIns="45720" rIns="91440" bIns="45720" anchor="t"/>
          <a:lstStyle>
            <a:lvl1pPr marL="342900" indent="-342900" algn="l" rtl="0" fontAlgn="base" latinLnBrk="1">
              <a:lnSpc>
                <a:spcPct val="100000"/>
              </a:lnSpc>
              <a:spcBef>
                <a:spcPct val="20000"/>
              </a:spcBef>
              <a:spcAft>
                <a:spcPct val="0"/>
              </a:spcAft>
              <a:buSzPct val="100000"/>
              <a:buFont typeface="Arial" charset="0"/>
              <a:buChar char="•"/>
              <a:defRPr sz="3200" b="0" i="0" u="none" baseline="0">
                <a:solidFill>
                  <a:schemeClr val="dk1"/>
                </a:solidFill>
                <a:latin typeface="Calibri" pitchFamily="34" charset="0"/>
                <a:sym typeface="Arial" charset="0"/>
              </a:defRPr>
            </a:lvl1pPr>
            <a:lvl2pPr marL="742950" indent="-285750" algn="l" rtl="0" fontAlgn="base" latinLnBrk="1">
              <a:lnSpc>
                <a:spcPct val="100000"/>
              </a:lnSpc>
              <a:spcBef>
                <a:spcPct val="20000"/>
              </a:spcBef>
              <a:spcAft>
                <a:spcPct val="0"/>
              </a:spcAft>
              <a:buSzPct val="100000"/>
              <a:buFont typeface="Arial" charset="0"/>
              <a:buChar char="–"/>
              <a:defRPr sz="2800" b="0" i="0" u="none" baseline="0">
                <a:solidFill>
                  <a:schemeClr val="dk1"/>
                </a:solidFill>
                <a:latin typeface="Calibri" pitchFamily="34" charset="0"/>
                <a:sym typeface="Arial" charset="0"/>
              </a:defRPr>
            </a:lvl2pPr>
            <a:lvl3pPr marL="1143000" indent="-228600" algn="l" rtl="0" fontAlgn="base" latinLnBrk="1">
              <a:lnSpc>
                <a:spcPct val="100000"/>
              </a:lnSpc>
              <a:spcBef>
                <a:spcPct val="20000"/>
              </a:spcBef>
              <a:spcAft>
                <a:spcPct val="0"/>
              </a:spcAft>
              <a:buSzPct val="100000"/>
              <a:buFont typeface="Arial" charset="0"/>
              <a:buChar char="•"/>
              <a:defRPr sz="2400" b="0" i="0" u="none" baseline="0">
                <a:solidFill>
                  <a:schemeClr val="dk1"/>
                </a:solidFill>
                <a:latin typeface="Calibri" pitchFamily="34" charset="0"/>
                <a:sym typeface="Arial" charset="0"/>
              </a:defRPr>
            </a:lvl3pPr>
            <a:lvl4pPr marL="1600200" indent="-228600" algn="l" rtl="0" fontAlgn="base" latinLnBrk="1">
              <a:lnSpc>
                <a:spcPct val="100000"/>
              </a:lnSpc>
              <a:spcBef>
                <a:spcPct val="20000"/>
              </a:spcBef>
              <a:spcAft>
                <a:spcPct val="0"/>
              </a:spcAft>
              <a:buSzPct val="100000"/>
              <a:buFont typeface="Arial" charset="0"/>
              <a:buChar char="–"/>
              <a:defRPr sz="2000" b="0" i="0" u="none" baseline="0">
                <a:solidFill>
                  <a:schemeClr val="dk1"/>
                </a:solidFill>
                <a:latin typeface="Calibri" pitchFamily="34" charset="0"/>
                <a:sym typeface="Arial" charset="0"/>
              </a:defRPr>
            </a:lvl4pPr>
            <a:lvl5pPr marL="2057400" indent="-228600" algn="l" rtl="0" fontAlgn="base" latinLnBrk="1">
              <a:lnSpc>
                <a:spcPct val="100000"/>
              </a:lnSpc>
              <a:spcBef>
                <a:spcPct val="20000"/>
              </a:spcBef>
              <a:spcAft>
                <a:spcPct val="0"/>
              </a:spcAft>
              <a:buSzPct val="100000"/>
              <a:buFont typeface="Arial" charset="0"/>
              <a:buChar char="»"/>
              <a:defRPr sz="2000" b="0" i="0" u="none" baseline="0">
                <a:solidFill>
                  <a:schemeClr val="dk1"/>
                </a:solidFill>
                <a:latin typeface="Calibri" pitchFamily="34" charset="0"/>
                <a:sym typeface="Arial" charset="0"/>
              </a:defRPr>
            </a:lvl5pPr>
          </a:lstStyle>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p:txBody>
      </p:sp>
      <p:sp>
        <p:nvSpPr>
          <p:cNvPr id="1048621" name="Title 6"/>
          <p:cNvSpPr>
            <a:spLocks noGrp="1"/>
          </p:cNvSpPr>
          <p:nvPr>
            <p:ph type="title"/>
          </p:nvPr>
        </p:nvSpPr>
        <p:spPr>
          <a:xfrm>
            <a:off x="533400" y="228600"/>
            <a:ext cx="8229600" cy="533400"/>
          </a:xfrm>
          <a:prstGeom prst="rect">
            <a:avLst/>
          </a:prstGeom>
          <a:noFill/>
          <a:ln>
            <a:noFill/>
          </a:ln>
        </p:spPr>
        <p:txBody>
          <a:bodyPr vert="horz" lIns="91440" tIns="45720" rIns="91440" bIns="45720" anchor="ctr"/>
          <a:lstStyle>
            <a:lvl1pPr marL="0" indent="0" algn="ctr" rtl="0" fontAlgn="base" latinLnBrk="1">
              <a:lnSpc>
                <a:spcPct val="100000"/>
              </a:lnSpc>
              <a:spcBef>
                <a:spcPct val="0"/>
              </a:spcBef>
              <a:spcAft>
                <a:spcPct val="0"/>
              </a:spcAft>
              <a:buFontTx/>
              <a:buNone/>
              <a:defRPr sz="4400" b="0" i="0" u="none" baseline="0">
                <a:solidFill>
                  <a:schemeClr val="dk1"/>
                </a:solidFill>
                <a:latin typeface="Calibri" pitchFamily="34" charset="0"/>
                <a:sym typeface="Arial" charset="0"/>
              </a:defRPr>
            </a:lvl1pPr>
          </a:lstStyle>
          <a:p>
            <a:pPr lvl="0"/>
            <a:r>
              <a:rPr lang="en-US" altLang="en-US" sz="4000" b="1" i="1" dirty="0">
                <a:solidFill>
                  <a:srgbClr val="FF0000"/>
                </a:solidFill>
                <a:latin typeface="Times New Roman" pitchFamily="18" charset="0"/>
                <a:ea typeface="Times New Roman" pitchFamily="18" charset="0"/>
              </a:rPr>
              <a:t> Literature Survey</a:t>
            </a:r>
            <a:endParaRPr lang="en-US" altLang="en-US" sz="4000" b="1" dirty="0">
              <a:solidFill>
                <a:srgbClr val="FF0000"/>
              </a:solidFill>
              <a:latin typeface="Times New Roman" pitchFamily="18" charset="0"/>
              <a:ea typeface="Cambria" pitchFamily="18" charset="0"/>
            </a:endParaRPr>
          </a:p>
        </p:txBody>
      </p:sp>
      <p:graphicFrame>
        <p:nvGraphicFramePr>
          <p:cNvPr id="4194307" name="Table 4194306"/>
          <p:cNvGraphicFramePr>
            <a:graphicFrameLocks/>
          </p:cNvGraphicFramePr>
          <p:nvPr/>
        </p:nvGraphicFramePr>
        <p:xfrm>
          <a:off x="457201" y="916595"/>
          <a:ext cx="8153398" cy="5621626"/>
        </p:xfrm>
        <a:graphic>
          <a:graphicData uri="http://schemas.openxmlformats.org/drawingml/2006/table">
            <a:tbl>
              <a:tblPr/>
              <a:tblGrid>
                <a:gridCol w="1834819">
                  <a:extLst>
                    <a:ext uri="{9D8B030D-6E8A-4147-A177-3AD203B41FA5}">
                      <a16:colId xmlns="" xmlns:a16="http://schemas.microsoft.com/office/drawing/2014/main" val="20000"/>
                    </a:ext>
                  </a:extLst>
                </a:gridCol>
                <a:gridCol w="1594180">
                  <a:extLst>
                    <a:ext uri="{9D8B030D-6E8A-4147-A177-3AD203B41FA5}">
                      <a16:colId xmlns="" xmlns:a16="http://schemas.microsoft.com/office/drawing/2014/main" val="20001"/>
                    </a:ext>
                  </a:extLst>
                </a:gridCol>
                <a:gridCol w="1322558">
                  <a:extLst>
                    <a:ext uri="{9D8B030D-6E8A-4147-A177-3AD203B41FA5}">
                      <a16:colId xmlns="" xmlns:a16="http://schemas.microsoft.com/office/drawing/2014/main" val="20002"/>
                    </a:ext>
                  </a:extLst>
                </a:gridCol>
                <a:gridCol w="3401841">
                  <a:extLst>
                    <a:ext uri="{9D8B030D-6E8A-4147-A177-3AD203B41FA5}">
                      <a16:colId xmlns="" xmlns:a16="http://schemas.microsoft.com/office/drawing/2014/main" val="20003"/>
                    </a:ext>
                  </a:extLst>
                </a:gridCol>
              </a:tblGrid>
              <a:tr h="1141072">
                <a:tc>
                  <a:txBody>
                    <a:bodyPr/>
                    <a:lstStyle/>
                    <a:p>
                      <a:pPr lvl="0" algn="ctr" eaLnBrk="1" latinLnBrk="1" hangingPunct="1"/>
                      <a:r>
                        <a:rPr lang="en-US" altLang="en-US" sz="2000" b="1" dirty="0">
                          <a:solidFill>
                            <a:srgbClr val="00B050"/>
                          </a:solidFill>
                          <a:latin typeface="Times New Roman" pitchFamily="18" charset="0"/>
                          <a:ea typeface="Times New Roman" pitchFamily="18" charset="0"/>
                        </a:rPr>
                        <a:t>TITLE</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dirty="0">
                          <a:solidFill>
                            <a:srgbClr val="00B050"/>
                          </a:solidFill>
                          <a:latin typeface="Times New Roman" pitchFamily="18" charset="0"/>
                          <a:ea typeface="Times New Roman" pitchFamily="18" charset="0"/>
                        </a:rPr>
                        <a:t>AUTHOR </a:t>
                      </a:r>
                    </a:p>
                    <a:p>
                      <a:pPr lvl="0" algn="ctr" eaLnBrk="1" latinLnBrk="1" hangingPunct="1"/>
                      <a:r>
                        <a:rPr lang="en-US" altLang="en-US" sz="2000" b="1" dirty="0">
                          <a:solidFill>
                            <a:srgbClr val="00B050"/>
                          </a:solidFill>
                          <a:latin typeface="Times New Roman" pitchFamily="18" charset="0"/>
                          <a:ea typeface="Times New Roman" pitchFamily="18" charset="0"/>
                        </a:rPr>
                        <a:t>&amp;</a:t>
                      </a:r>
                    </a:p>
                    <a:p>
                      <a:pPr lvl="0" algn="ctr" eaLnBrk="1" latinLnBrk="1" hangingPunct="1"/>
                      <a:r>
                        <a:rPr lang="en-US" altLang="en-US" sz="2000" b="1" dirty="0">
                          <a:solidFill>
                            <a:srgbClr val="00B050"/>
                          </a:solidFill>
                          <a:latin typeface="Times New Roman" pitchFamily="18" charset="0"/>
                          <a:ea typeface="Times New Roman" pitchFamily="18" charset="0"/>
                        </a:rPr>
                        <a:t> YEAR</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dirty="0">
                          <a:solidFill>
                            <a:srgbClr val="00B050"/>
                          </a:solidFill>
                          <a:latin typeface="Times New Roman" pitchFamily="18" charset="0"/>
                          <a:ea typeface="Times New Roman" pitchFamily="18" charset="0"/>
                        </a:rPr>
                        <a:t>JOURNAL NAME</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dirty="0">
                          <a:solidFill>
                            <a:srgbClr val="00B050"/>
                          </a:solidFill>
                          <a:latin typeface="Times New Roman" pitchFamily="18" charset="0"/>
                          <a:ea typeface="Times New Roman" pitchFamily="18" charset="0"/>
                        </a:rPr>
                        <a:t>REMARKS</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extLst>
                  <a:ext uri="{0D108BD9-81ED-4DB2-BD59-A6C34878D82A}">
                    <a16:rowId xmlns="" xmlns:a16="http://schemas.microsoft.com/office/drawing/2014/main" val="10000"/>
                  </a:ext>
                </a:extLst>
              </a:tr>
              <a:tr h="4254149">
                <a:tc>
                  <a:txBody>
                    <a:bodyPr/>
                    <a:lstStyle/>
                    <a:p>
                      <a:pPr lvl="0" algn="ctr" eaLnBrk="1" latinLnBrk="1" hangingPunct="1"/>
                      <a:r>
                        <a:rPr lang="en-GB" altLang="en-US" dirty="0">
                          <a:latin typeface="Times New Roman" pitchFamily="18" charset="0"/>
                          <a:ea typeface="Times New Roman" pitchFamily="18" charset="0"/>
                        </a:rPr>
                        <a:t>Smart</a:t>
                      </a:r>
                      <a:r>
                        <a:rPr lang="en-GB" altLang="en-US" baseline="0" dirty="0">
                          <a:latin typeface="Times New Roman" pitchFamily="18" charset="0"/>
                          <a:ea typeface="Times New Roman" pitchFamily="18" charset="0"/>
                        </a:rPr>
                        <a:t> </a:t>
                      </a:r>
                      <a:r>
                        <a:rPr lang="en-GB" altLang="en-US" dirty="0">
                          <a:latin typeface="Times New Roman" pitchFamily="18" charset="0"/>
                          <a:ea typeface="Times New Roman" pitchFamily="18" charset="0"/>
                        </a:rPr>
                        <a:t>weather</a:t>
                      </a:r>
                      <a:r>
                        <a:rPr lang="en-GB" altLang="en-US" baseline="0" dirty="0">
                          <a:latin typeface="Times New Roman" pitchFamily="18" charset="0"/>
                          <a:ea typeface="Times New Roman" pitchFamily="18" charset="0"/>
                        </a:rPr>
                        <a:t>    </a:t>
                      </a:r>
                      <a:r>
                        <a:rPr lang="en-GB" altLang="en-US" dirty="0">
                          <a:latin typeface="Times New Roman" pitchFamily="18" charset="0"/>
                          <a:ea typeface="Times New Roman" pitchFamily="18" charset="0"/>
                        </a:rPr>
                        <a:t>monitoring</a:t>
                      </a:r>
                      <a:r>
                        <a:rPr lang="en-GB" altLang="en-US" baseline="0" dirty="0">
                          <a:latin typeface="Times New Roman" pitchFamily="18" charset="0"/>
                          <a:ea typeface="Times New Roman" pitchFamily="18" charset="0"/>
                        </a:rPr>
                        <a:t> </a:t>
                      </a:r>
                      <a:r>
                        <a:rPr lang="en-GB" altLang="en-US" dirty="0">
                          <a:latin typeface="Times New Roman" pitchFamily="18" charset="0"/>
                          <a:ea typeface="Times New Roman" pitchFamily="18" charset="0"/>
                        </a:rPr>
                        <a:t>and   </a:t>
                      </a:r>
                      <a:r>
                        <a:rPr lang="en-GB" altLang="en-US" baseline="0" dirty="0">
                          <a:latin typeface="Times New Roman" pitchFamily="18" charset="0"/>
                          <a:ea typeface="Times New Roman" pitchFamily="18" charset="0"/>
                        </a:rPr>
                        <a:t> </a:t>
                      </a:r>
                      <a:r>
                        <a:rPr lang="en-GB" altLang="en-US" dirty="0">
                          <a:latin typeface="Times New Roman" pitchFamily="18" charset="0"/>
                          <a:ea typeface="Times New Roman" pitchFamily="18" charset="0"/>
                        </a:rPr>
                        <a:t>real time</a:t>
                      </a:r>
                      <a:r>
                        <a:rPr lang="en-GB" altLang="en-US" baseline="0" dirty="0">
                          <a:latin typeface="Times New Roman" pitchFamily="18" charset="0"/>
                          <a:ea typeface="Times New Roman" pitchFamily="18" charset="0"/>
                        </a:rPr>
                        <a:t> a</a:t>
                      </a:r>
                      <a:r>
                        <a:rPr lang="en-GB" altLang="en-US" dirty="0">
                          <a:latin typeface="Times New Roman" pitchFamily="18" charset="0"/>
                          <a:ea typeface="Times New Roman" pitchFamily="18" charset="0"/>
                        </a:rPr>
                        <a:t>lert</a:t>
                      </a:r>
                      <a:r>
                        <a:rPr lang="en-GB" altLang="en-US" baseline="0" dirty="0">
                          <a:latin typeface="Times New Roman" pitchFamily="18" charset="0"/>
                          <a:ea typeface="Times New Roman" pitchFamily="18" charset="0"/>
                        </a:rPr>
                        <a:t>      </a:t>
                      </a:r>
                      <a:r>
                        <a:rPr lang="en-GB" altLang="en-US" dirty="0">
                          <a:latin typeface="Times New Roman" pitchFamily="18" charset="0"/>
                          <a:ea typeface="Times New Roman" pitchFamily="18" charset="0"/>
                        </a:rPr>
                        <a:t>system using</a:t>
                      </a:r>
                      <a:r>
                        <a:rPr lang="en-GB" altLang="en-US" baseline="0" dirty="0">
                          <a:latin typeface="Times New Roman" pitchFamily="18" charset="0"/>
                          <a:ea typeface="Times New Roman" pitchFamily="18" charset="0"/>
                        </a:rPr>
                        <a:t> </a:t>
                      </a:r>
                      <a:r>
                        <a:rPr lang="en-GB" altLang="en-US" baseline="0" dirty="0" err="1">
                          <a:latin typeface="Times New Roman" pitchFamily="18" charset="0"/>
                          <a:ea typeface="Times New Roman" pitchFamily="18" charset="0"/>
                        </a:rPr>
                        <a:t>I</a:t>
                      </a:r>
                      <a:r>
                        <a:rPr lang="en-GB" altLang="en-US" dirty="0" err="1">
                          <a:latin typeface="Times New Roman" pitchFamily="18" charset="0"/>
                          <a:ea typeface="Times New Roman" pitchFamily="18" charset="0"/>
                        </a:rPr>
                        <a:t>oT</a:t>
                      </a:r>
                      <a:endParaRPr lang="en-GB" altLang="en-US" dirty="0">
                        <a:latin typeface="Times New Roman" pitchFamily="18" charset="0"/>
                        <a:ea typeface="Times New Roman" pitchFamily="18" charset="0"/>
                      </a:endParaRP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GB" altLang="en-US" dirty="0" err="1">
                          <a:latin typeface="Times New Roman" pitchFamily="18" charset="0"/>
                          <a:ea typeface="Times New Roman" pitchFamily="18" charset="0"/>
                        </a:rPr>
                        <a:t>Yashaswi</a:t>
                      </a:r>
                      <a:r>
                        <a:rPr lang="en-GB" altLang="en-US" dirty="0">
                          <a:latin typeface="Times New Roman" pitchFamily="18" charset="0"/>
                          <a:ea typeface="Times New Roman" pitchFamily="18" charset="0"/>
                        </a:rPr>
                        <a:t>      </a:t>
                      </a:r>
                      <a:r>
                        <a:rPr lang="en-GB" altLang="en-US" baseline="0" dirty="0">
                          <a:latin typeface="Times New Roman" pitchFamily="18" charset="0"/>
                          <a:ea typeface="Times New Roman" pitchFamily="18" charset="0"/>
                        </a:rPr>
                        <a:t> </a:t>
                      </a:r>
                      <a:r>
                        <a:rPr lang="en-GB" altLang="en-US" baseline="0" dirty="0" err="1">
                          <a:latin typeface="Times New Roman" pitchFamily="18" charset="0"/>
                          <a:ea typeface="Times New Roman" pitchFamily="18" charset="0"/>
                        </a:rPr>
                        <a:t>Rahut,Rimsha</a:t>
                      </a:r>
                      <a:r>
                        <a:rPr lang="en-GB" altLang="en-US" baseline="0" dirty="0">
                          <a:latin typeface="Times New Roman" pitchFamily="18" charset="0"/>
                          <a:ea typeface="Times New Roman" pitchFamily="18" charset="0"/>
                        </a:rPr>
                        <a:t> </a:t>
                      </a:r>
                      <a:r>
                        <a:rPr lang="en-GB" altLang="en-US" baseline="0" dirty="0" err="1">
                          <a:latin typeface="Times New Roman" pitchFamily="18" charset="0"/>
                          <a:ea typeface="Times New Roman" pitchFamily="18" charset="0"/>
                        </a:rPr>
                        <a:t>afreen,Divya</a:t>
                      </a:r>
                      <a:r>
                        <a:rPr lang="en-GB" altLang="en-US" baseline="0" dirty="0">
                          <a:latin typeface="Times New Roman" pitchFamily="18" charset="0"/>
                          <a:ea typeface="Times New Roman" pitchFamily="18" charset="0"/>
                        </a:rPr>
                        <a:t> kamini,2018</a:t>
                      </a:r>
                      <a:endParaRPr lang="en-GB" altLang="en-US" dirty="0">
                        <a:latin typeface="Times New Roman" pitchFamily="18" charset="0"/>
                        <a:ea typeface="Times New Roman" pitchFamily="18" charset="0"/>
                      </a:endParaRP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dirty="0">
                          <a:latin typeface="Calibri" pitchFamily="34" charset="0"/>
                        </a:rPr>
                        <a:t>IRJET            Journal</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l" eaLnBrk="1" latinLnBrk="1" hangingPunct="1"/>
                      <a:r>
                        <a:rPr lang="en-GB" altLang="en-US" sz="1800" b="0" dirty="0">
                          <a:solidFill>
                            <a:schemeClr val="dk1"/>
                          </a:solidFill>
                          <a:latin typeface="Times New Roman" pitchFamily="18" charset="0"/>
                          <a:ea typeface="Times New Roman" pitchFamily="18" charset="0"/>
                        </a:rPr>
                        <a:t>The system proposed is an                advanced solution for weather         monitoring that uses</a:t>
                      </a:r>
                      <a:r>
                        <a:rPr lang="en-GB" altLang="en-US" sz="1800" b="0" baseline="0" dirty="0">
                          <a:solidFill>
                            <a:schemeClr val="dk1"/>
                          </a:solidFill>
                          <a:latin typeface="Times New Roman" pitchFamily="18" charset="0"/>
                          <a:ea typeface="Times New Roman" pitchFamily="18" charset="0"/>
                        </a:rPr>
                        <a:t> </a:t>
                      </a:r>
                      <a:r>
                        <a:rPr lang="en-GB" altLang="en-US" sz="1800" b="0" baseline="0" dirty="0" err="1">
                          <a:solidFill>
                            <a:schemeClr val="dk1"/>
                          </a:solidFill>
                          <a:latin typeface="Times New Roman" pitchFamily="18" charset="0"/>
                          <a:ea typeface="Times New Roman" pitchFamily="18" charset="0"/>
                        </a:rPr>
                        <a:t>IoT</a:t>
                      </a:r>
                      <a:r>
                        <a:rPr lang="en-GB" altLang="en-US" sz="1800" b="0" baseline="0" dirty="0">
                          <a:solidFill>
                            <a:schemeClr val="dk1"/>
                          </a:solidFill>
                          <a:latin typeface="Times New Roman" pitchFamily="18" charset="0"/>
                          <a:ea typeface="Times New Roman" pitchFamily="18" charset="0"/>
                        </a:rPr>
                        <a:t> to make its real time data easily accessible over a very wide range. The system deals with monitoring weather &amp;climate  changes  like temperature ,humidity ,wind speed ,moisture ,     light intensity ,UV radiation and   even carbon monoxide level in the air; using multiple sensors. These  sensor sent  the data to web page  and the sensor data is plotted as      graphical           statistics .The data uploaded to web page and easily   accesses from world</a:t>
                      </a:r>
                      <a:endParaRPr lang="en-GB" altLang="en-US" sz="1800" b="0" dirty="0">
                        <a:solidFill>
                          <a:schemeClr val="dk1"/>
                        </a:solidFill>
                        <a:latin typeface="Times New Roman" pitchFamily="18" charset="0"/>
                        <a:ea typeface="Times New Roman" pitchFamily="18" charset="0"/>
                      </a:endParaRP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extLst>
                  <a:ext uri="{0D108BD9-81ED-4DB2-BD59-A6C34878D82A}">
                    <a16:rowId xmlns="" xmlns:a16="http://schemas.microsoft.com/office/drawing/2014/main" val="10001"/>
                  </a:ext>
                </a:extLst>
              </a:tr>
            </a:tbl>
          </a:graphicData>
        </a:graphic>
      </p:graphicFrame>
      <p:sp>
        <p:nvSpPr>
          <p:cNvPr id="1048622" name="Slide Number Placeholder 9"/>
          <p:cNvSpPr txBox="1"/>
          <p:nvPr/>
        </p:nvSpPr>
        <p:spPr>
          <a:xfrm>
            <a:off x="6553200" y="6356350"/>
            <a:ext cx="2133600" cy="36512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latinLnBrk="1" hangingPunct="1"/>
            <a:endParaRPr lang="en-US" altLang="en-US" sz="1200">
              <a:solidFill>
                <a:srgbClr val="898989"/>
              </a:solidFill>
              <a:latin typeface="Calibri" pitchFamily="34" charset="0"/>
            </a:endParaRPr>
          </a:p>
          <a:p>
            <a:pPr lvl="0" algn="r" eaLnBrk="1" latinLnBrk="1" hangingPunct="1"/>
            <a:r>
              <a:rPr lang="en-US" altLang="en-US" sz="1200">
                <a:solidFill>
                  <a:srgbClr val="898989"/>
                </a:solidFill>
                <a:latin typeface="Calibri" pitchFamily="34" charset="0"/>
              </a:rPr>
              <a:t>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6" name="Content Placeholder 2"/>
          <p:cNvSpPr>
            <a:spLocks noGrp="1"/>
          </p:cNvSpPr>
          <p:nvPr>
            <p:ph idx="1"/>
          </p:nvPr>
        </p:nvSpPr>
        <p:spPr>
          <a:xfrm>
            <a:off x="457200" y="1143000"/>
            <a:ext cx="8686800" cy="5715000"/>
          </a:xfrm>
          <a:prstGeom prst="rect">
            <a:avLst/>
          </a:prstGeom>
          <a:noFill/>
          <a:ln>
            <a:noFill/>
          </a:ln>
        </p:spPr>
        <p:txBody>
          <a:bodyPr vert="horz" lIns="91440" tIns="45720" rIns="91440" bIns="45720" anchor="t"/>
          <a:lstStyle>
            <a:lvl1pPr marL="342900" indent="-342900" algn="l" rtl="0" fontAlgn="base" latinLnBrk="1">
              <a:lnSpc>
                <a:spcPct val="100000"/>
              </a:lnSpc>
              <a:spcBef>
                <a:spcPct val="20000"/>
              </a:spcBef>
              <a:spcAft>
                <a:spcPct val="0"/>
              </a:spcAft>
              <a:buSzPct val="100000"/>
              <a:buFont typeface="Arial" charset="0"/>
              <a:buChar char="•"/>
              <a:defRPr sz="3200" b="0" i="0" u="none" baseline="0">
                <a:solidFill>
                  <a:schemeClr val="dk1"/>
                </a:solidFill>
                <a:latin typeface="Calibri" pitchFamily="34" charset="0"/>
                <a:sym typeface="Arial" charset="0"/>
              </a:defRPr>
            </a:lvl1pPr>
            <a:lvl2pPr marL="742950" indent="-285750" algn="l" rtl="0" fontAlgn="base" latinLnBrk="1">
              <a:lnSpc>
                <a:spcPct val="100000"/>
              </a:lnSpc>
              <a:spcBef>
                <a:spcPct val="20000"/>
              </a:spcBef>
              <a:spcAft>
                <a:spcPct val="0"/>
              </a:spcAft>
              <a:buSzPct val="100000"/>
              <a:buFont typeface="Arial" charset="0"/>
              <a:buChar char="–"/>
              <a:defRPr sz="2800" b="0" i="0" u="none" baseline="0">
                <a:solidFill>
                  <a:schemeClr val="dk1"/>
                </a:solidFill>
                <a:latin typeface="Calibri" pitchFamily="34" charset="0"/>
                <a:sym typeface="Arial" charset="0"/>
              </a:defRPr>
            </a:lvl2pPr>
            <a:lvl3pPr marL="1143000" indent="-228600" algn="l" rtl="0" fontAlgn="base" latinLnBrk="1">
              <a:lnSpc>
                <a:spcPct val="100000"/>
              </a:lnSpc>
              <a:spcBef>
                <a:spcPct val="20000"/>
              </a:spcBef>
              <a:spcAft>
                <a:spcPct val="0"/>
              </a:spcAft>
              <a:buSzPct val="100000"/>
              <a:buFont typeface="Arial" charset="0"/>
              <a:buChar char="•"/>
              <a:defRPr sz="2400" b="0" i="0" u="none" baseline="0">
                <a:solidFill>
                  <a:schemeClr val="dk1"/>
                </a:solidFill>
                <a:latin typeface="Calibri" pitchFamily="34" charset="0"/>
                <a:sym typeface="Arial" charset="0"/>
              </a:defRPr>
            </a:lvl3pPr>
            <a:lvl4pPr marL="1600200" indent="-228600" algn="l" rtl="0" fontAlgn="base" latinLnBrk="1">
              <a:lnSpc>
                <a:spcPct val="100000"/>
              </a:lnSpc>
              <a:spcBef>
                <a:spcPct val="20000"/>
              </a:spcBef>
              <a:spcAft>
                <a:spcPct val="0"/>
              </a:spcAft>
              <a:buSzPct val="100000"/>
              <a:buFont typeface="Arial" charset="0"/>
              <a:buChar char="–"/>
              <a:defRPr sz="2000" b="0" i="0" u="none" baseline="0">
                <a:solidFill>
                  <a:schemeClr val="dk1"/>
                </a:solidFill>
                <a:latin typeface="Calibri" pitchFamily="34" charset="0"/>
                <a:sym typeface="Arial" charset="0"/>
              </a:defRPr>
            </a:lvl4pPr>
            <a:lvl5pPr marL="2057400" indent="-228600" algn="l" rtl="0" fontAlgn="base" latinLnBrk="1">
              <a:lnSpc>
                <a:spcPct val="100000"/>
              </a:lnSpc>
              <a:spcBef>
                <a:spcPct val="20000"/>
              </a:spcBef>
              <a:spcAft>
                <a:spcPct val="0"/>
              </a:spcAft>
              <a:buSzPct val="100000"/>
              <a:buFont typeface="Arial" charset="0"/>
              <a:buChar char="»"/>
              <a:defRPr sz="2000" b="0" i="0" u="none" baseline="0">
                <a:solidFill>
                  <a:schemeClr val="dk1"/>
                </a:solidFill>
                <a:latin typeface="Calibri" pitchFamily="34" charset="0"/>
                <a:sym typeface="Arial" charset="0"/>
              </a:defRPr>
            </a:lvl5pPr>
          </a:lstStyle>
          <a:p>
            <a:pPr lvl="0" algn="just" eaLnBrk="1" latinLnBrk="1" hangingPunct="1">
              <a:lnSpc>
                <a:spcPct val="160000"/>
              </a:lnSpc>
              <a:buNone/>
            </a:pPr>
            <a:endParaRPr lang="en-US" altLang="en-US" sz="2000" b="1" dirty="0">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dirty="0">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dirty="0">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dirty="0">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dirty="0">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dirty="0">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dirty="0">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dirty="0">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dirty="0">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dirty="0">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dirty="0">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dirty="0">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dirty="0">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dirty="0">
              <a:solidFill>
                <a:srgbClr val="002060"/>
              </a:solidFill>
              <a:latin typeface="Times New Roman" pitchFamily="18" charset="0"/>
              <a:ea typeface="Times New Roman" pitchFamily="18" charset="0"/>
            </a:endParaRPr>
          </a:p>
        </p:txBody>
      </p:sp>
      <p:sp>
        <p:nvSpPr>
          <p:cNvPr id="1048627" name="Rectangle 15"/>
          <p:cNvSpPr/>
          <p:nvPr/>
        </p:nvSpPr>
        <p:spPr>
          <a:xfrm>
            <a:off x="533400" y="944562"/>
            <a:ext cx="8077200" cy="46037"/>
          </a:xfrm>
          <a:prstGeom prst="rect">
            <a:avLst/>
          </a:prstGeom>
          <a:solidFill>
            <a:srgbClr val="FF0000"/>
          </a:solidFill>
          <a:ln w="25400" cap="flat" cmpd="sng">
            <a:solidFill>
              <a:srgbClr val="C00000">
                <a:alpha val="100000"/>
              </a:srgbClr>
            </a:solidFill>
            <a:prstDash val="solid"/>
            <a:round/>
          </a:ln>
        </p:spPr>
        <p:txBody>
          <a:bodyPr vert="horz" lIns="91440" tIns="45720" rIns="91440" bIns="45720" anchor="ctr"/>
          <a:lstStyle>
            <a:lvl1pPr marL="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latinLnBrk="1" hangingPunct="1"/>
            <a:endParaRPr lang="en-US" altLang="en-US">
              <a:solidFill>
                <a:srgbClr val="FFFFFF"/>
              </a:solidFill>
              <a:latin typeface="Calibri" pitchFamily="34" charset="0"/>
            </a:endParaRPr>
          </a:p>
        </p:txBody>
      </p:sp>
      <p:sp>
        <p:nvSpPr>
          <p:cNvPr id="1048628" name="Title 6"/>
          <p:cNvSpPr>
            <a:spLocks noGrp="1"/>
          </p:cNvSpPr>
          <p:nvPr>
            <p:ph type="title"/>
          </p:nvPr>
        </p:nvSpPr>
        <p:spPr>
          <a:xfrm>
            <a:off x="457200" y="0"/>
            <a:ext cx="8229600" cy="1219200"/>
          </a:xfrm>
          <a:prstGeom prst="rect">
            <a:avLst/>
          </a:prstGeom>
          <a:solidFill>
            <a:schemeClr val="bg1"/>
          </a:solidFill>
          <a:ln>
            <a:noFill/>
          </a:ln>
        </p:spPr>
        <p:txBody>
          <a:bodyPr vert="horz" lIns="91440" tIns="45720" rIns="91440" bIns="45720" anchor="ctr"/>
          <a:lstStyle>
            <a:lvl1pPr marL="0" indent="0" algn="ctr" rtl="0" fontAlgn="base" latinLnBrk="1">
              <a:lnSpc>
                <a:spcPct val="100000"/>
              </a:lnSpc>
              <a:spcBef>
                <a:spcPct val="0"/>
              </a:spcBef>
              <a:spcAft>
                <a:spcPct val="0"/>
              </a:spcAft>
              <a:buFontTx/>
              <a:buNone/>
              <a:defRPr sz="4400" b="0" i="0" u="none" baseline="0">
                <a:solidFill>
                  <a:schemeClr val="dk1"/>
                </a:solidFill>
                <a:latin typeface="Calibri" pitchFamily="34" charset="0"/>
                <a:sym typeface="Arial" charset="0"/>
              </a:defRPr>
            </a:lvl1pPr>
          </a:lstStyle>
          <a:p>
            <a:pPr lvl="0"/>
            <a:r>
              <a:rPr lang="en-US" altLang="en-US" sz="4000" b="1" dirty="0">
                <a:solidFill>
                  <a:srgbClr val="FF0000"/>
                </a:solidFill>
                <a:latin typeface="Times New Roman" pitchFamily="18" charset="0"/>
                <a:ea typeface="Cambria" pitchFamily="18" charset="0"/>
              </a:rPr>
              <a:t>Literature survey</a:t>
            </a:r>
          </a:p>
        </p:txBody>
      </p:sp>
      <p:graphicFrame>
        <p:nvGraphicFramePr>
          <p:cNvPr id="4194309" name="Table 4194308"/>
          <p:cNvGraphicFramePr>
            <a:graphicFrameLocks/>
          </p:cNvGraphicFramePr>
          <p:nvPr>
            <p:extLst>
              <p:ext uri="{D42A27DB-BD31-4B8C-83A1-F6EECF244321}">
                <p14:modId xmlns="" xmlns:p14="http://schemas.microsoft.com/office/powerpoint/2010/main" val="2011922241"/>
              </p:ext>
            </p:extLst>
          </p:nvPr>
        </p:nvGraphicFramePr>
        <p:xfrm>
          <a:off x="228600" y="1143000"/>
          <a:ext cx="8534400" cy="5410200"/>
        </p:xfrm>
        <a:graphic>
          <a:graphicData uri="http://schemas.openxmlformats.org/drawingml/2006/table">
            <a:tbl>
              <a:tblPr/>
              <a:tblGrid>
                <a:gridCol w="1860434">
                  <a:extLst>
                    <a:ext uri="{9D8B030D-6E8A-4147-A177-3AD203B41FA5}">
                      <a16:colId xmlns="" xmlns:a16="http://schemas.microsoft.com/office/drawing/2014/main" val="20000"/>
                    </a:ext>
                  </a:extLst>
                </a:gridCol>
                <a:gridCol w="1540394">
                  <a:extLst>
                    <a:ext uri="{9D8B030D-6E8A-4147-A177-3AD203B41FA5}">
                      <a16:colId xmlns="" xmlns:a16="http://schemas.microsoft.com/office/drawing/2014/main" val="20001"/>
                    </a:ext>
                  </a:extLst>
                </a:gridCol>
                <a:gridCol w="1540394">
                  <a:extLst>
                    <a:ext uri="{9D8B030D-6E8A-4147-A177-3AD203B41FA5}">
                      <a16:colId xmlns="" xmlns:a16="http://schemas.microsoft.com/office/drawing/2014/main" val="20002"/>
                    </a:ext>
                  </a:extLst>
                </a:gridCol>
                <a:gridCol w="3593178">
                  <a:extLst>
                    <a:ext uri="{9D8B030D-6E8A-4147-A177-3AD203B41FA5}">
                      <a16:colId xmlns="" xmlns:a16="http://schemas.microsoft.com/office/drawing/2014/main" val="20003"/>
                    </a:ext>
                  </a:extLst>
                </a:gridCol>
              </a:tblGrid>
              <a:tr h="1527189">
                <a:tc>
                  <a:txBody>
                    <a:bodyPr/>
                    <a:lstStyle/>
                    <a:p>
                      <a:pPr lvl="0" algn="ctr" eaLnBrk="1" latinLnBrk="1" hangingPunct="1"/>
                      <a:r>
                        <a:rPr lang="en-US" altLang="en-US" sz="2000" b="1" dirty="0">
                          <a:solidFill>
                            <a:srgbClr val="00B050"/>
                          </a:solidFill>
                          <a:latin typeface="Times New Roman" pitchFamily="18" charset="0"/>
                          <a:ea typeface="Times New Roman" pitchFamily="18" charset="0"/>
                        </a:rPr>
                        <a:t>TITLE</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dirty="0">
                          <a:solidFill>
                            <a:srgbClr val="00B050"/>
                          </a:solidFill>
                          <a:latin typeface="Times New Roman"/>
                          <a:ea typeface="Times New Roman" pitchFamily="18" charset="0"/>
                        </a:rPr>
                        <a:t>AUTHOR </a:t>
                      </a:r>
                      <a:endParaRPr lang="en-US" altLang="en-US" sz="2000" b="1">
                        <a:solidFill>
                          <a:srgbClr val="00B050"/>
                        </a:solidFill>
                        <a:latin typeface="Times New Roman" pitchFamily="18" charset="0"/>
                        <a:ea typeface="Times New Roman" pitchFamily="18" charset="0"/>
                      </a:endParaRPr>
                    </a:p>
                    <a:p>
                      <a:pPr lvl="0" algn="ctr" eaLnBrk="1" latinLnBrk="1" hangingPunct="1"/>
                      <a:r>
                        <a:rPr lang="en-US" altLang="en-US" sz="2000" b="1" dirty="0">
                          <a:solidFill>
                            <a:srgbClr val="00B050"/>
                          </a:solidFill>
                          <a:latin typeface="Times New Roman"/>
                          <a:ea typeface="Times New Roman" pitchFamily="18" charset="0"/>
                        </a:rPr>
                        <a:t>&amp;</a:t>
                      </a:r>
                    </a:p>
                    <a:p>
                      <a:pPr lvl="0" algn="ctr" eaLnBrk="1" latinLnBrk="1" hangingPunct="1"/>
                      <a:r>
                        <a:rPr lang="en-US" altLang="en-US" sz="2000" b="1" dirty="0">
                          <a:solidFill>
                            <a:srgbClr val="00B050"/>
                          </a:solidFill>
                          <a:latin typeface="Times New Roman"/>
                          <a:ea typeface="Times New Roman" pitchFamily="18" charset="0"/>
                        </a:rPr>
                        <a:t> YEAR</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dirty="0">
                          <a:solidFill>
                            <a:srgbClr val="00B050"/>
                          </a:solidFill>
                          <a:latin typeface="Times New Roman" pitchFamily="18" charset="0"/>
                          <a:ea typeface="Times New Roman" pitchFamily="18" charset="0"/>
                        </a:rPr>
                        <a:t>JOURNAL NAME</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dirty="0">
                          <a:solidFill>
                            <a:srgbClr val="00B050"/>
                          </a:solidFill>
                          <a:latin typeface="Times New Roman" pitchFamily="18" charset="0"/>
                          <a:ea typeface="Times New Roman" pitchFamily="18" charset="0"/>
                        </a:rPr>
                        <a:t>REMARKS</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extLst>
                  <a:ext uri="{0D108BD9-81ED-4DB2-BD59-A6C34878D82A}">
                    <a16:rowId xmlns="" xmlns:a16="http://schemas.microsoft.com/office/drawing/2014/main" val="10000"/>
                  </a:ext>
                </a:extLst>
              </a:tr>
              <a:tr h="3883011">
                <a:tc>
                  <a:txBody>
                    <a:bodyPr/>
                    <a:lstStyle/>
                    <a:p>
                      <a:pPr lvl="0" algn="ctr" eaLnBrk="1" latinLnBrk="1" hangingPunct="1"/>
                      <a:r>
                        <a:rPr lang="en-GB" altLang="en-US" dirty="0" smtClean="0">
                          <a:latin typeface="Times New Roman"/>
                          <a:ea typeface="Times New Roman" pitchFamily="18" charset="0"/>
                        </a:rPr>
                        <a:t>Air                           </a:t>
                      </a:r>
                      <a:r>
                        <a:rPr lang="en-GB" altLang="en-US" dirty="0" err="1" smtClean="0">
                          <a:latin typeface="Times New Roman"/>
                          <a:ea typeface="Times New Roman" pitchFamily="18" charset="0"/>
                        </a:rPr>
                        <a:t>pollutiion</a:t>
                      </a:r>
                      <a:r>
                        <a:rPr lang="en-GB" altLang="en-US" dirty="0">
                          <a:latin typeface="Times New Roman"/>
                          <a:ea typeface="Times New Roman" pitchFamily="18" charset="0"/>
                        </a:rPr>
                        <a:t>      </a:t>
                      </a:r>
                      <a:r>
                        <a:rPr lang="en-GB" altLang="en-US" dirty="0" smtClean="0">
                          <a:latin typeface="Times New Roman"/>
                          <a:ea typeface="Times New Roman" pitchFamily="18" charset="0"/>
                        </a:rPr>
                        <a:t>                    </a:t>
                      </a:r>
                      <a:r>
                        <a:rPr lang="en-GB" altLang="en-US" baseline="0" dirty="0" smtClean="0">
                          <a:latin typeface="Times New Roman"/>
                          <a:ea typeface="Times New Roman" pitchFamily="18" charset="0"/>
                        </a:rPr>
                        <a:t>                                </a:t>
                      </a:r>
                      <a:r>
                        <a:rPr lang="en-GB" altLang="en-US" dirty="0" smtClean="0">
                          <a:latin typeface="Times New Roman"/>
                          <a:ea typeface="Times New Roman" pitchFamily="18" charset="0"/>
                        </a:rPr>
                        <a:t>monitoring</a:t>
                      </a:r>
                      <a:r>
                        <a:rPr lang="en-GB" altLang="en-US" dirty="0">
                          <a:latin typeface="Times New Roman"/>
                          <a:ea typeface="Times New Roman" pitchFamily="18" charset="0"/>
                        </a:rPr>
                        <a:t>           </a:t>
                      </a:r>
                      <a:r>
                        <a:rPr lang="en-GB" altLang="en-US" dirty="0" smtClean="0">
                          <a:latin typeface="Times New Roman"/>
                          <a:ea typeface="Times New Roman" pitchFamily="18" charset="0"/>
                        </a:rPr>
                        <a:t>system    </a:t>
                      </a:r>
                      <a:r>
                        <a:rPr lang="en-GB" altLang="en-US" dirty="0">
                          <a:latin typeface="Times New Roman"/>
                          <a:ea typeface="Times New Roman" pitchFamily="18" charset="0"/>
                        </a:rPr>
                        <a:t>with IoT</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GB" altLang="en-US" dirty="0">
                          <a:latin typeface="Times New Roman"/>
                          <a:ea typeface="Times New Roman" pitchFamily="18" charset="0"/>
                        </a:rPr>
                        <a:t>Vivekanand    Prakash         </a:t>
                      </a:r>
                      <a:r>
                        <a:rPr lang="en-GB" altLang="en-US" dirty="0" err="1">
                          <a:latin typeface="Times New Roman"/>
                          <a:ea typeface="Times New Roman" pitchFamily="18" charset="0"/>
                        </a:rPr>
                        <a:t>Rachure</a:t>
                      </a:r>
                      <a:r>
                        <a:rPr lang="en-GB" altLang="en-US" dirty="0">
                          <a:latin typeface="Times New Roman"/>
                          <a:ea typeface="Times New Roman" pitchFamily="18" charset="0"/>
                        </a:rPr>
                        <a:t>,        </a:t>
                      </a:r>
                      <a:r>
                        <a:rPr lang="en-GB" altLang="en-US" dirty="0" err="1">
                          <a:latin typeface="Times New Roman"/>
                          <a:ea typeface="Times New Roman" pitchFamily="18" charset="0"/>
                        </a:rPr>
                        <a:t>Dr.Vasudev</a:t>
                      </a:r>
                      <a:r>
                        <a:rPr lang="en-GB" altLang="en-US" dirty="0">
                          <a:latin typeface="Times New Roman"/>
                          <a:ea typeface="Times New Roman" pitchFamily="18" charset="0"/>
                        </a:rPr>
                        <a:t>,   </a:t>
                      </a:r>
                      <a:r>
                        <a:rPr lang="en-GB" altLang="en-US" dirty="0" err="1">
                          <a:latin typeface="Times New Roman"/>
                          <a:ea typeface="Times New Roman" pitchFamily="18" charset="0"/>
                        </a:rPr>
                        <a:t>B.Virulkar</a:t>
                      </a:r>
                      <a:r>
                        <a:rPr lang="en-GB" altLang="en-US" dirty="0">
                          <a:latin typeface="Times New Roman"/>
                          <a:ea typeface="Times New Roman" pitchFamily="18" charset="0"/>
                        </a:rPr>
                        <a:t>,     2019</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dirty="0">
                          <a:latin typeface="Calibri" pitchFamily="34" charset="0"/>
                        </a:rPr>
                        <a:t>IRJET Journal</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just" eaLnBrk="1" latinLnBrk="1" hangingPunct="1"/>
                      <a:r>
                        <a:rPr lang="en-GB" altLang="en-US" sz="1800" b="0" dirty="0">
                          <a:solidFill>
                            <a:schemeClr val="dk1"/>
                          </a:solidFill>
                          <a:latin typeface="Times New Roman"/>
                          <a:ea typeface="Times New Roman" pitchFamily="18" charset="0"/>
                        </a:rPr>
                        <a:t>We are creating an IOT based Air Pollution Monitoring System in which we will monitor the Air quality over a web page using Wi-Fi module and internet and will trigger an alarm when the air quality decrease beyond a certain level  that is when there are sufficient amount of dangerous gases are present in the air like CO2 ,CO ,Smoke ,CH4 ,benzene.</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extLst>
                  <a:ext uri="{0D108BD9-81ED-4DB2-BD59-A6C34878D82A}">
                    <a16:rowId xmlns="" xmlns:a16="http://schemas.microsoft.com/office/drawing/2014/main" val="10001"/>
                  </a:ext>
                </a:extLst>
              </a:tr>
            </a:tbl>
          </a:graphicData>
        </a:graphic>
      </p:graphicFrame>
      <p:sp>
        <p:nvSpPr>
          <p:cNvPr id="1048629" name="Slide Number Placeholder 9"/>
          <p:cNvSpPr txBox="1"/>
          <p:nvPr/>
        </p:nvSpPr>
        <p:spPr>
          <a:xfrm>
            <a:off x="6553200" y="6356350"/>
            <a:ext cx="2133600" cy="36512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latinLnBrk="1" hangingPunct="1"/>
            <a:endParaRPr lang="en-US" altLang="en-US" sz="1200">
              <a:solidFill>
                <a:srgbClr val="898989"/>
              </a:solidFill>
              <a:latin typeface="Calibri" pitchFamily="34" charset="0"/>
            </a:endParaRPr>
          </a:p>
          <a:p>
            <a:pPr lvl="0" algn="r" eaLnBrk="1" latinLnBrk="1" hangingPunct="1"/>
            <a:r>
              <a:rPr lang="en-US" altLang="en-US" sz="1200">
                <a:solidFill>
                  <a:srgbClr val="898989"/>
                </a:solidFill>
                <a:latin typeface="Calibri" pitchFamily="34" charset="0"/>
              </a:rPr>
              <a:t>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3" name="Content Placeholder 2"/>
          <p:cNvSpPr>
            <a:spLocks noGrp="1"/>
          </p:cNvSpPr>
          <p:nvPr>
            <p:ph idx="1"/>
          </p:nvPr>
        </p:nvSpPr>
        <p:spPr>
          <a:xfrm>
            <a:off x="457200" y="1143000"/>
            <a:ext cx="8686800" cy="5715000"/>
          </a:xfrm>
          <a:prstGeom prst="rect">
            <a:avLst/>
          </a:prstGeom>
          <a:noFill/>
          <a:ln>
            <a:noFill/>
          </a:ln>
        </p:spPr>
        <p:txBody>
          <a:bodyPr vert="horz" lIns="91440" tIns="45720" rIns="91440" bIns="45720" anchor="t"/>
          <a:lstStyle>
            <a:lvl1pPr marL="342900" indent="-342900" algn="l" rtl="0" fontAlgn="base" latinLnBrk="1">
              <a:lnSpc>
                <a:spcPct val="100000"/>
              </a:lnSpc>
              <a:spcBef>
                <a:spcPct val="20000"/>
              </a:spcBef>
              <a:spcAft>
                <a:spcPct val="0"/>
              </a:spcAft>
              <a:buSzPct val="100000"/>
              <a:buFont typeface="Arial" charset="0"/>
              <a:buChar char="•"/>
              <a:defRPr sz="3200" b="0" i="0" u="none" baseline="0">
                <a:solidFill>
                  <a:schemeClr val="dk1"/>
                </a:solidFill>
                <a:latin typeface="Calibri" pitchFamily="34" charset="0"/>
                <a:sym typeface="Arial" charset="0"/>
              </a:defRPr>
            </a:lvl1pPr>
            <a:lvl2pPr marL="742950" indent="-285750" algn="l" rtl="0" fontAlgn="base" latinLnBrk="1">
              <a:lnSpc>
                <a:spcPct val="100000"/>
              </a:lnSpc>
              <a:spcBef>
                <a:spcPct val="20000"/>
              </a:spcBef>
              <a:spcAft>
                <a:spcPct val="0"/>
              </a:spcAft>
              <a:buSzPct val="100000"/>
              <a:buFont typeface="Arial" charset="0"/>
              <a:buChar char="–"/>
              <a:defRPr sz="2800" b="0" i="0" u="none" baseline="0">
                <a:solidFill>
                  <a:schemeClr val="dk1"/>
                </a:solidFill>
                <a:latin typeface="Calibri" pitchFamily="34" charset="0"/>
                <a:sym typeface="Arial" charset="0"/>
              </a:defRPr>
            </a:lvl2pPr>
            <a:lvl3pPr marL="1143000" indent="-228600" algn="l" rtl="0" fontAlgn="base" latinLnBrk="1">
              <a:lnSpc>
                <a:spcPct val="100000"/>
              </a:lnSpc>
              <a:spcBef>
                <a:spcPct val="20000"/>
              </a:spcBef>
              <a:spcAft>
                <a:spcPct val="0"/>
              </a:spcAft>
              <a:buSzPct val="100000"/>
              <a:buFont typeface="Arial" charset="0"/>
              <a:buChar char="•"/>
              <a:defRPr sz="2400" b="0" i="0" u="none" baseline="0">
                <a:solidFill>
                  <a:schemeClr val="dk1"/>
                </a:solidFill>
                <a:latin typeface="Calibri" pitchFamily="34" charset="0"/>
                <a:sym typeface="Arial" charset="0"/>
              </a:defRPr>
            </a:lvl3pPr>
            <a:lvl4pPr marL="1600200" indent="-228600" algn="l" rtl="0" fontAlgn="base" latinLnBrk="1">
              <a:lnSpc>
                <a:spcPct val="100000"/>
              </a:lnSpc>
              <a:spcBef>
                <a:spcPct val="20000"/>
              </a:spcBef>
              <a:spcAft>
                <a:spcPct val="0"/>
              </a:spcAft>
              <a:buSzPct val="100000"/>
              <a:buFont typeface="Arial" charset="0"/>
              <a:buChar char="–"/>
              <a:defRPr sz="2000" b="0" i="0" u="none" baseline="0">
                <a:solidFill>
                  <a:schemeClr val="dk1"/>
                </a:solidFill>
                <a:latin typeface="Calibri" pitchFamily="34" charset="0"/>
                <a:sym typeface="Arial" charset="0"/>
              </a:defRPr>
            </a:lvl4pPr>
            <a:lvl5pPr marL="2057400" indent="-228600" algn="l" rtl="0" fontAlgn="base" latinLnBrk="1">
              <a:lnSpc>
                <a:spcPct val="100000"/>
              </a:lnSpc>
              <a:spcBef>
                <a:spcPct val="20000"/>
              </a:spcBef>
              <a:spcAft>
                <a:spcPct val="0"/>
              </a:spcAft>
              <a:buSzPct val="100000"/>
              <a:buFont typeface="Arial" charset="0"/>
              <a:buChar char="»"/>
              <a:defRPr sz="2000" b="0" i="0" u="none" baseline="0">
                <a:solidFill>
                  <a:schemeClr val="dk1"/>
                </a:solidFill>
                <a:latin typeface="Calibri" pitchFamily="34" charset="0"/>
                <a:sym typeface="Arial" charset="0"/>
              </a:defRPr>
            </a:lvl5pPr>
          </a:lstStyle>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p:txBody>
      </p:sp>
      <p:sp>
        <p:nvSpPr>
          <p:cNvPr id="1048634" name="Rectangle 15"/>
          <p:cNvSpPr/>
          <p:nvPr/>
        </p:nvSpPr>
        <p:spPr>
          <a:xfrm>
            <a:off x="533400" y="944562"/>
            <a:ext cx="8077200" cy="46037"/>
          </a:xfrm>
          <a:prstGeom prst="rect">
            <a:avLst/>
          </a:prstGeom>
          <a:solidFill>
            <a:srgbClr val="FF0000"/>
          </a:solidFill>
          <a:ln w="25400" cap="flat" cmpd="sng">
            <a:solidFill>
              <a:srgbClr val="C00000">
                <a:alpha val="100000"/>
              </a:srgbClr>
            </a:solidFill>
            <a:prstDash val="solid"/>
            <a:round/>
          </a:ln>
        </p:spPr>
        <p:txBody>
          <a:bodyPr vert="horz" lIns="91440" tIns="45720" rIns="91440" bIns="45720" anchor="ctr"/>
          <a:lstStyle>
            <a:lvl1pPr marL="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latinLnBrk="1" hangingPunct="1"/>
            <a:endParaRPr lang="en-US" altLang="en-US">
              <a:solidFill>
                <a:srgbClr val="FFFFFF"/>
              </a:solidFill>
              <a:latin typeface="Calibri" pitchFamily="34" charset="0"/>
            </a:endParaRPr>
          </a:p>
        </p:txBody>
      </p:sp>
      <p:sp>
        <p:nvSpPr>
          <p:cNvPr id="1048635" name="Title 6"/>
          <p:cNvSpPr>
            <a:spLocks noGrp="1"/>
          </p:cNvSpPr>
          <p:nvPr>
            <p:ph type="title"/>
          </p:nvPr>
        </p:nvSpPr>
        <p:spPr>
          <a:xfrm>
            <a:off x="457200" y="0"/>
            <a:ext cx="8229600" cy="1219200"/>
          </a:xfrm>
          <a:prstGeom prst="rect">
            <a:avLst/>
          </a:prstGeom>
          <a:noFill/>
          <a:ln>
            <a:noFill/>
          </a:ln>
        </p:spPr>
        <p:txBody>
          <a:bodyPr vert="horz" lIns="91440" tIns="45720" rIns="91440" bIns="45720" anchor="ctr"/>
          <a:lstStyle>
            <a:lvl1pPr marL="0" indent="0" algn="ctr" rtl="0" fontAlgn="base" latinLnBrk="1">
              <a:lnSpc>
                <a:spcPct val="100000"/>
              </a:lnSpc>
              <a:spcBef>
                <a:spcPct val="0"/>
              </a:spcBef>
              <a:spcAft>
                <a:spcPct val="0"/>
              </a:spcAft>
              <a:buFontTx/>
              <a:buNone/>
              <a:defRPr sz="4400" b="0" i="0" u="none" baseline="0">
                <a:solidFill>
                  <a:schemeClr val="dk1"/>
                </a:solidFill>
                <a:latin typeface="Calibri" pitchFamily="34" charset="0"/>
                <a:sym typeface="Arial" charset="0"/>
              </a:defRPr>
            </a:lvl1pPr>
          </a:lstStyle>
          <a:p>
            <a:pPr lvl="0"/>
            <a:r>
              <a:rPr lang="en-US" altLang="en-US" sz="4000" b="1" i="1">
                <a:solidFill>
                  <a:srgbClr val="FF0000"/>
                </a:solidFill>
                <a:latin typeface="Times New Roman" pitchFamily="18" charset="0"/>
                <a:ea typeface="Times New Roman" pitchFamily="18" charset="0"/>
              </a:rPr>
              <a:t> </a:t>
            </a:r>
            <a:r>
              <a:rPr lang="en-US" altLang="en-US" sz="4000" b="1">
                <a:solidFill>
                  <a:srgbClr val="FF0000"/>
                </a:solidFill>
                <a:latin typeface="Times New Roman" pitchFamily="18" charset="0"/>
                <a:ea typeface="Cambria" pitchFamily="18" charset="0"/>
              </a:rPr>
              <a:t>Literature Survey</a:t>
            </a:r>
          </a:p>
        </p:txBody>
      </p:sp>
      <p:graphicFrame>
        <p:nvGraphicFramePr>
          <p:cNvPr id="4194311" name="Table 4194310"/>
          <p:cNvGraphicFramePr>
            <a:graphicFrameLocks/>
          </p:cNvGraphicFramePr>
          <p:nvPr>
            <p:extLst>
              <p:ext uri="{D42A27DB-BD31-4B8C-83A1-F6EECF244321}">
                <p14:modId xmlns="" xmlns:p14="http://schemas.microsoft.com/office/powerpoint/2010/main" val="443517060"/>
              </p:ext>
            </p:extLst>
          </p:nvPr>
        </p:nvGraphicFramePr>
        <p:xfrm>
          <a:off x="381000" y="1219200"/>
          <a:ext cx="8381998" cy="5029200"/>
        </p:xfrm>
        <a:graphic>
          <a:graphicData uri="http://schemas.openxmlformats.org/drawingml/2006/table">
            <a:tbl>
              <a:tblPr/>
              <a:tblGrid>
                <a:gridCol w="1827212">
                  <a:extLst>
                    <a:ext uri="{9D8B030D-6E8A-4147-A177-3AD203B41FA5}">
                      <a16:colId xmlns="" xmlns:a16="http://schemas.microsoft.com/office/drawing/2014/main" val="20000"/>
                    </a:ext>
                  </a:extLst>
                </a:gridCol>
                <a:gridCol w="1512887">
                  <a:extLst>
                    <a:ext uri="{9D8B030D-6E8A-4147-A177-3AD203B41FA5}">
                      <a16:colId xmlns="" xmlns:a16="http://schemas.microsoft.com/office/drawing/2014/main" val="20001"/>
                    </a:ext>
                  </a:extLst>
                </a:gridCol>
                <a:gridCol w="1512887">
                  <a:extLst>
                    <a:ext uri="{9D8B030D-6E8A-4147-A177-3AD203B41FA5}">
                      <a16:colId xmlns="" xmlns:a16="http://schemas.microsoft.com/office/drawing/2014/main" val="20002"/>
                    </a:ext>
                  </a:extLst>
                </a:gridCol>
                <a:gridCol w="3529012">
                  <a:extLst>
                    <a:ext uri="{9D8B030D-6E8A-4147-A177-3AD203B41FA5}">
                      <a16:colId xmlns="" xmlns:a16="http://schemas.microsoft.com/office/drawing/2014/main" val="20003"/>
                    </a:ext>
                  </a:extLst>
                </a:gridCol>
              </a:tblGrid>
              <a:tr h="1419641">
                <a:tc>
                  <a:txBody>
                    <a:bodyPr/>
                    <a:lstStyle/>
                    <a:p>
                      <a:pPr lvl="0" algn="ctr" eaLnBrk="1" latinLnBrk="1" hangingPunct="1"/>
                      <a:r>
                        <a:rPr lang="en-US" altLang="en-US" sz="2000" b="1" dirty="0">
                          <a:solidFill>
                            <a:srgbClr val="00B050"/>
                          </a:solidFill>
                          <a:latin typeface="Times New Roman" pitchFamily="18" charset="0"/>
                          <a:ea typeface="Times New Roman" pitchFamily="18" charset="0"/>
                        </a:rPr>
                        <a:t>TITLE</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dirty="0">
                          <a:solidFill>
                            <a:srgbClr val="00B050"/>
                          </a:solidFill>
                          <a:latin typeface="Times New Roman"/>
                          <a:ea typeface="Times New Roman" pitchFamily="18" charset="0"/>
                        </a:rPr>
                        <a:t>AUTHOR </a:t>
                      </a:r>
                      <a:endParaRPr lang="en-US" altLang="en-US" sz="2000" b="1">
                        <a:solidFill>
                          <a:srgbClr val="00B050"/>
                        </a:solidFill>
                        <a:latin typeface="Times New Roman" pitchFamily="18" charset="0"/>
                        <a:ea typeface="Times New Roman" pitchFamily="18" charset="0"/>
                      </a:endParaRPr>
                    </a:p>
                    <a:p>
                      <a:pPr lvl="0" algn="ctr" eaLnBrk="1" latinLnBrk="1" hangingPunct="1"/>
                      <a:r>
                        <a:rPr lang="en-US" altLang="en-US" sz="2000" b="1" dirty="0">
                          <a:solidFill>
                            <a:srgbClr val="00B050"/>
                          </a:solidFill>
                          <a:latin typeface="Times New Roman"/>
                          <a:ea typeface="Times New Roman" pitchFamily="18" charset="0"/>
                        </a:rPr>
                        <a:t>&amp;</a:t>
                      </a:r>
                    </a:p>
                    <a:p>
                      <a:pPr lvl="0" algn="ctr" eaLnBrk="1" latinLnBrk="1" hangingPunct="1"/>
                      <a:r>
                        <a:rPr lang="en-US" altLang="en-US" sz="2000" b="1" dirty="0">
                          <a:solidFill>
                            <a:srgbClr val="00B050"/>
                          </a:solidFill>
                          <a:latin typeface="Times New Roman"/>
                          <a:ea typeface="Times New Roman" pitchFamily="18" charset="0"/>
                        </a:rPr>
                        <a:t> YEAR</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dirty="0">
                          <a:solidFill>
                            <a:srgbClr val="00B050"/>
                          </a:solidFill>
                          <a:latin typeface="Times New Roman"/>
                          <a:ea typeface="Times New Roman" pitchFamily="18" charset="0"/>
                        </a:rPr>
                        <a:t>JOURNAL NAME</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dirty="0">
                          <a:solidFill>
                            <a:srgbClr val="00B050"/>
                          </a:solidFill>
                          <a:latin typeface="Times New Roman"/>
                          <a:ea typeface="Times New Roman" pitchFamily="18" charset="0"/>
                        </a:rPr>
                        <a:t>REMARKS</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extLst>
                  <a:ext uri="{0D108BD9-81ED-4DB2-BD59-A6C34878D82A}">
                    <a16:rowId xmlns="" xmlns:a16="http://schemas.microsoft.com/office/drawing/2014/main" val="10000"/>
                  </a:ext>
                </a:extLst>
              </a:tr>
              <a:tr h="3609559">
                <a:tc>
                  <a:txBody>
                    <a:bodyPr/>
                    <a:lstStyle/>
                    <a:p>
                      <a:pPr lvl="0" algn="ctr" eaLnBrk="1" latinLnBrk="1" hangingPunct="1"/>
                      <a:r>
                        <a:rPr lang="en-GB" altLang="en-US" dirty="0">
                          <a:latin typeface="Times New Roman"/>
                          <a:ea typeface="Times New Roman" pitchFamily="18" charset="0"/>
                        </a:rPr>
                        <a:t>Air</a:t>
                      </a:r>
                      <a:r>
                        <a:rPr lang="en-GB" altLang="en-US" baseline="0" dirty="0">
                          <a:latin typeface="Times New Roman"/>
                          <a:ea typeface="Times New Roman" pitchFamily="18" charset="0"/>
                        </a:rPr>
                        <a:t> and sound     pollution            monitoring           system using IoT</a:t>
                      </a:r>
                      <a:endParaRPr lang="en-GB" altLang="en-US" dirty="0">
                        <a:latin typeface="Times New Roman"/>
                        <a:ea typeface="Times New Roman" pitchFamily="18" charset="0"/>
                      </a:endParaRP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GB" altLang="en-US" dirty="0" err="1">
                          <a:latin typeface="Times New Roman" pitchFamily="18" charset="0"/>
                          <a:ea typeface="Times New Roman" pitchFamily="18" charset="0"/>
                        </a:rPr>
                        <a:t>Ms.Aarthi</a:t>
                      </a:r>
                      <a:r>
                        <a:rPr lang="en-GB" altLang="en-US" dirty="0">
                          <a:latin typeface="Times New Roman" pitchFamily="18" charset="0"/>
                          <a:ea typeface="Times New Roman" pitchFamily="18" charset="0"/>
                        </a:rPr>
                        <a:t>,</a:t>
                      </a:r>
                      <a:r>
                        <a:rPr lang="en-GB" altLang="en-US" baseline="0" dirty="0">
                          <a:latin typeface="Times New Roman" pitchFamily="18" charset="0"/>
                          <a:ea typeface="Times New Roman" pitchFamily="18" charset="0"/>
                        </a:rPr>
                        <a:t>     </a:t>
                      </a:r>
                      <a:r>
                        <a:rPr lang="en-GB" altLang="en-US" dirty="0">
                          <a:latin typeface="Times New Roman" pitchFamily="18" charset="0"/>
                          <a:ea typeface="Times New Roman" pitchFamily="18" charset="0"/>
                        </a:rPr>
                        <a:t>etal,2018</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dirty="0">
                          <a:latin typeface="Calibri" pitchFamily="34" charset="0"/>
                        </a:rPr>
                        <a:t>IRJET Journal</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just" eaLnBrk="1" latinLnBrk="1" hangingPunct="1"/>
                      <a:r>
                        <a:rPr lang="en-GB" altLang="en-US" sz="1800" b="0" dirty="0">
                          <a:solidFill>
                            <a:schemeClr val="dk1"/>
                          </a:solidFill>
                          <a:latin typeface="Times New Roman"/>
                          <a:ea typeface="Times New Roman" pitchFamily="18" charset="0"/>
                        </a:rPr>
                        <a:t>The growing air and sound pollution is one of the serious these days .As the pollution is increasing it is giving rise to number of diseases. So it has </a:t>
                      </a:r>
                      <a:r>
                        <a:rPr lang="en-GB" altLang="en-US" sz="1800" b="0" dirty="0" err="1">
                          <a:solidFill>
                            <a:schemeClr val="dk1"/>
                          </a:solidFill>
                          <a:latin typeface="Times New Roman"/>
                          <a:ea typeface="Times New Roman" pitchFamily="18" charset="0"/>
                        </a:rPr>
                        <a:t>became</a:t>
                      </a:r>
                      <a:r>
                        <a:rPr lang="en-GB" altLang="en-US" sz="1800" b="0" dirty="0">
                          <a:solidFill>
                            <a:schemeClr val="dk1"/>
                          </a:solidFill>
                          <a:latin typeface="Times New Roman"/>
                          <a:ea typeface="Times New Roman" pitchFamily="18" charset="0"/>
                        </a:rPr>
                        <a:t> necessity to control the pollution to ensure healthy living and better future. The Air and Sound Pollution Monitoring device can be accessed by the each and every people curious about the pollution level.</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extLst>
                  <a:ext uri="{0D108BD9-81ED-4DB2-BD59-A6C34878D82A}">
                    <a16:rowId xmlns="" xmlns:a16="http://schemas.microsoft.com/office/drawing/2014/main" val="10001"/>
                  </a:ext>
                </a:extLst>
              </a:tr>
            </a:tbl>
          </a:graphicData>
        </a:graphic>
      </p:graphicFrame>
      <p:sp>
        <p:nvSpPr>
          <p:cNvPr id="1048636" name="Slide Number Placeholder 9"/>
          <p:cNvSpPr txBox="1"/>
          <p:nvPr/>
        </p:nvSpPr>
        <p:spPr>
          <a:xfrm>
            <a:off x="6553200" y="6492875"/>
            <a:ext cx="2133600" cy="36512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latinLnBrk="1" hangingPunct="1"/>
            <a:r>
              <a:rPr lang="en-US" altLang="en-US" sz="1200">
                <a:solidFill>
                  <a:srgbClr val="898989"/>
                </a:solidFill>
                <a:latin typeface="Calibri" pitchFamily="34" charset="0"/>
              </a:rPr>
              <a:t>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0" name="Content Placeholder 2"/>
          <p:cNvSpPr>
            <a:spLocks noGrp="1"/>
          </p:cNvSpPr>
          <p:nvPr>
            <p:ph idx="1"/>
          </p:nvPr>
        </p:nvSpPr>
        <p:spPr>
          <a:xfrm>
            <a:off x="457200" y="1143000"/>
            <a:ext cx="8686800" cy="5715000"/>
          </a:xfrm>
          <a:prstGeom prst="rect">
            <a:avLst/>
          </a:prstGeom>
          <a:noFill/>
          <a:ln>
            <a:noFill/>
          </a:ln>
        </p:spPr>
        <p:txBody>
          <a:bodyPr vert="horz" lIns="91440" tIns="45720" rIns="91440" bIns="45720" anchor="t"/>
          <a:lstStyle>
            <a:lvl1pPr marL="342900" indent="-342900" algn="l" rtl="0" fontAlgn="base" latinLnBrk="1">
              <a:lnSpc>
                <a:spcPct val="100000"/>
              </a:lnSpc>
              <a:spcBef>
                <a:spcPct val="20000"/>
              </a:spcBef>
              <a:spcAft>
                <a:spcPct val="0"/>
              </a:spcAft>
              <a:buSzPct val="100000"/>
              <a:buFont typeface="Arial" charset="0"/>
              <a:buChar char="•"/>
              <a:defRPr sz="3200" b="0" i="0" u="none" baseline="0">
                <a:solidFill>
                  <a:schemeClr val="dk1"/>
                </a:solidFill>
                <a:latin typeface="Calibri" pitchFamily="34" charset="0"/>
                <a:sym typeface="Arial" charset="0"/>
              </a:defRPr>
            </a:lvl1pPr>
            <a:lvl2pPr marL="742950" indent="-285750" algn="l" rtl="0" fontAlgn="base" latinLnBrk="1">
              <a:lnSpc>
                <a:spcPct val="100000"/>
              </a:lnSpc>
              <a:spcBef>
                <a:spcPct val="20000"/>
              </a:spcBef>
              <a:spcAft>
                <a:spcPct val="0"/>
              </a:spcAft>
              <a:buSzPct val="100000"/>
              <a:buFont typeface="Arial" charset="0"/>
              <a:buChar char="–"/>
              <a:defRPr sz="2800" b="0" i="0" u="none" baseline="0">
                <a:solidFill>
                  <a:schemeClr val="dk1"/>
                </a:solidFill>
                <a:latin typeface="Calibri" pitchFamily="34" charset="0"/>
                <a:sym typeface="Arial" charset="0"/>
              </a:defRPr>
            </a:lvl2pPr>
            <a:lvl3pPr marL="1143000" indent="-228600" algn="l" rtl="0" fontAlgn="base" latinLnBrk="1">
              <a:lnSpc>
                <a:spcPct val="100000"/>
              </a:lnSpc>
              <a:spcBef>
                <a:spcPct val="20000"/>
              </a:spcBef>
              <a:spcAft>
                <a:spcPct val="0"/>
              </a:spcAft>
              <a:buSzPct val="100000"/>
              <a:buFont typeface="Arial" charset="0"/>
              <a:buChar char="•"/>
              <a:defRPr sz="2400" b="0" i="0" u="none" baseline="0">
                <a:solidFill>
                  <a:schemeClr val="dk1"/>
                </a:solidFill>
                <a:latin typeface="Calibri" pitchFamily="34" charset="0"/>
                <a:sym typeface="Arial" charset="0"/>
              </a:defRPr>
            </a:lvl3pPr>
            <a:lvl4pPr marL="1600200" indent="-228600" algn="l" rtl="0" fontAlgn="base" latinLnBrk="1">
              <a:lnSpc>
                <a:spcPct val="100000"/>
              </a:lnSpc>
              <a:spcBef>
                <a:spcPct val="20000"/>
              </a:spcBef>
              <a:spcAft>
                <a:spcPct val="0"/>
              </a:spcAft>
              <a:buSzPct val="100000"/>
              <a:buFont typeface="Arial" charset="0"/>
              <a:buChar char="–"/>
              <a:defRPr sz="2000" b="0" i="0" u="none" baseline="0">
                <a:solidFill>
                  <a:schemeClr val="dk1"/>
                </a:solidFill>
                <a:latin typeface="Calibri" pitchFamily="34" charset="0"/>
                <a:sym typeface="Arial" charset="0"/>
              </a:defRPr>
            </a:lvl4pPr>
            <a:lvl5pPr marL="2057400" indent="-228600" algn="l" rtl="0" fontAlgn="base" latinLnBrk="1">
              <a:lnSpc>
                <a:spcPct val="100000"/>
              </a:lnSpc>
              <a:spcBef>
                <a:spcPct val="20000"/>
              </a:spcBef>
              <a:spcAft>
                <a:spcPct val="0"/>
              </a:spcAft>
              <a:buSzPct val="100000"/>
              <a:buFont typeface="Arial" charset="0"/>
              <a:buChar char="»"/>
              <a:defRPr sz="2000" b="0" i="0" u="none" baseline="0">
                <a:solidFill>
                  <a:schemeClr val="dk1"/>
                </a:solidFill>
                <a:latin typeface="Calibri" pitchFamily="34" charset="0"/>
                <a:sym typeface="Arial" charset="0"/>
              </a:defRPr>
            </a:lvl5pPr>
          </a:lstStyle>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p:txBody>
      </p:sp>
      <p:sp>
        <p:nvSpPr>
          <p:cNvPr id="1048641" name="Rectangle 15"/>
          <p:cNvSpPr/>
          <p:nvPr/>
        </p:nvSpPr>
        <p:spPr>
          <a:xfrm>
            <a:off x="533400" y="944562"/>
            <a:ext cx="8077200" cy="46037"/>
          </a:xfrm>
          <a:prstGeom prst="rect">
            <a:avLst/>
          </a:prstGeom>
          <a:solidFill>
            <a:srgbClr val="FF0000"/>
          </a:solidFill>
          <a:ln w="25400" cap="flat" cmpd="sng">
            <a:solidFill>
              <a:srgbClr val="C00000">
                <a:alpha val="100000"/>
              </a:srgbClr>
            </a:solidFill>
            <a:prstDash val="solid"/>
            <a:round/>
          </a:ln>
        </p:spPr>
        <p:txBody>
          <a:bodyPr vert="horz" lIns="91440" tIns="45720" rIns="91440" bIns="45720" anchor="ctr"/>
          <a:lstStyle>
            <a:lvl1pPr marL="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latinLnBrk="1" hangingPunct="1"/>
            <a:endParaRPr lang="en-US" altLang="en-US">
              <a:solidFill>
                <a:srgbClr val="FFFFFF"/>
              </a:solidFill>
              <a:latin typeface="Calibri" pitchFamily="34" charset="0"/>
            </a:endParaRPr>
          </a:p>
        </p:txBody>
      </p:sp>
      <p:sp>
        <p:nvSpPr>
          <p:cNvPr id="1048642" name="Title 6"/>
          <p:cNvSpPr>
            <a:spLocks noGrp="1"/>
          </p:cNvSpPr>
          <p:nvPr>
            <p:ph type="title"/>
          </p:nvPr>
        </p:nvSpPr>
        <p:spPr>
          <a:xfrm>
            <a:off x="457200" y="0"/>
            <a:ext cx="8229600" cy="1219200"/>
          </a:xfrm>
          <a:prstGeom prst="rect">
            <a:avLst/>
          </a:prstGeom>
          <a:noFill/>
          <a:ln>
            <a:noFill/>
          </a:ln>
        </p:spPr>
        <p:txBody>
          <a:bodyPr vert="horz" lIns="91440" tIns="45720" rIns="91440" bIns="45720" anchor="ctr"/>
          <a:lstStyle>
            <a:lvl1pPr marL="0" indent="0" algn="ctr" rtl="0" fontAlgn="base" latinLnBrk="1">
              <a:lnSpc>
                <a:spcPct val="100000"/>
              </a:lnSpc>
              <a:spcBef>
                <a:spcPct val="0"/>
              </a:spcBef>
              <a:spcAft>
                <a:spcPct val="0"/>
              </a:spcAft>
              <a:buFontTx/>
              <a:buNone/>
              <a:defRPr sz="4400" b="0" i="0" u="none" baseline="0">
                <a:solidFill>
                  <a:schemeClr val="dk1"/>
                </a:solidFill>
                <a:latin typeface="Calibri" pitchFamily="34" charset="0"/>
                <a:sym typeface="Arial" charset="0"/>
              </a:defRPr>
            </a:lvl1pPr>
          </a:lstStyle>
          <a:p>
            <a:pPr lvl="0"/>
            <a:r>
              <a:rPr lang="en-US" altLang="en-US" sz="4000" b="1" i="1">
                <a:solidFill>
                  <a:srgbClr val="FF0000"/>
                </a:solidFill>
                <a:latin typeface="Times New Roman" pitchFamily="18" charset="0"/>
                <a:ea typeface="Times New Roman" pitchFamily="18" charset="0"/>
              </a:rPr>
              <a:t> </a:t>
            </a:r>
            <a:r>
              <a:rPr lang="en-US" altLang="en-US" sz="4000" b="1">
                <a:solidFill>
                  <a:srgbClr val="FF0000"/>
                </a:solidFill>
                <a:latin typeface="Times New Roman" pitchFamily="18" charset="0"/>
                <a:ea typeface="Cambria" pitchFamily="18" charset="0"/>
              </a:rPr>
              <a:t>Literature Survey</a:t>
            </a:r>
          </a:p>
        </p:txBody>
      </p:sp>
      <p:graphicFrame>
        <p:nvGraphicFramePr>
          <p:cNvPr id="4194313" name="Table 4194312"/>
          <p:cNvGraphicFramePr>
            <a:graphicFrameLocks/>
          </p:cNvGraphicFramePr>
          <p:nvPr>
            <p:extLst>
              <p:ext uri="{D42A27DB-BD31-4B8C-83A1-F6EECF244321}">
                <p14:modId xmlns="" xmlns:p14="http://schemas.microsoft.com/office/powerpoint/2010/main" val="420928460"/>
              </p:ext>
            </p:extLst>
          </p:nvPr>
        </p:nvGraphicFramePr>
        <p:xfrm>
          <a:off x="381000" y="1219200"/>
          <a:ext cx="8381998" cy="5638800"/>
        </p:xfrm>
        <a:graphic>
          <a:graphicData uri="http://schemas.openxmlformats.org/drawingml/2006/table">
            <a:tbl>
              <a:tblPr/>
              <a:tblGrid>
                <a:gridCol w="1827212">
                  <a:extLst>
                    <a:ext uri="{9D8B030D-6E8A-4147-A177-3AD203B41FA5}">
                      <a16:colId xmlns="" xmlns:a16="http://schemas.microsoft.com/office/drawing/2014/main" val="20000"/>
                    </a:ext>
                  </a:extLst>
                </a:gridCol>
                <a:gridCol w="1512887">
                  <a:extLst>
                    <a:ext uri="{9D8B030D-6E8A-4147-A177-3AD203B41FA5}">
                      <a16:colId xmlns="" xmlns:a16="http://schemas.microsoft.com/office/drawing/2014/main" val="20001"/>
                    </a:ext>
                  </a:extLst>
                </a:gridCol>
                <a:gridCol w="1512887">
                  <a:extLst>
                    <a:ext uri="{9D8B030D-6E8A-4147-A177-3AD203B41FA5}">
                      <a16:colId xmlns="" xmlns:a16="http://schemas.microsoft.com/office/drawing/2014/main" val="20002"/>
                    </a:ext>
                  </a:extLst>
                </a:gridCol>
                <a:gridCol w="3529012">
                  <a:extLst>
                    <a:ext uri="{9D8B030D-6E8A-4147-A177-3AD203B41FA5}">
                      <a16:colId xmlns="" xmlns:a16="http://schemas.microsoft.com/office/drawing/2014/main" val="20003"/>
                    </a:ext>
                  </a:extLst>
                </a:gridCol>
              </a:tblGrid>
              <a:tr h="1333470">
                <a:tc>
                  <a:txBody>
                    <a:bodyPr/>
                    <a:lstStyle/>
                    <a:p>
                      <a:pPr lvl="0" algn="ctr" eaLnBrk="1" latinLnBrk="1" hangingPunct="1"/>
                      <a:r>
                        <a:rPr lang="en-US" altLang="en-US" sz="2000" b="1" dirty="0">
                          <a:solidFill>
                            <a:srgbClr val="00B050"/>
                          </a:solidFill>
                          <a:latin typeface="Times New Roman" pitchFamily="18" charset="0"/>
                          <a:ea typeface="Times New Roman" pitchFamily="18" charset="0"/>
                        </a:rPr>
                        <a:t>TITLE</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dirty="0">
                          <a:solidFill>
                            <a:srgbClr val="00B050"/>
                          </a:solidFill>
                          <a:latin typeface="Times New Roman"/>
                          <a:ea typeface="Times New Roman" pitchFamily="18" charset="0"/>
                        </a:rPr>
                        <a:t>AUTHOR </a:t>
                      </a:r>
                      <a:endParaRPr lang="en-US" altLang="en-US" sz="2000" b="1">
                        <a:solidFill>
                          <a:srgbClr val="00B050"/>
                        </a:solidFill>
                        <a:latin typeface="Times New Roman" pitchFamily="18" charset="0"/>
                        <a:ea typeface="Times New Roman" pitchFamily="18" charset="0"/>
                      </a:endParaRPr>
                    </a:p>
                    <a:p>
                      <a:pPr lvl="0" algn="ctr" eaLnBrk="1" latinLnBrk="1" hangingPunct="1"/>
                      <a:r>
                        <a:rPr lang="en-US" altLang="en-US" sz="2000" b="1" dirty="0">
                          <a:solidFill>
                            <a:srgbClr val="00B050"/>
                          </a:solidFill>
                          <a:latin typeface="Times New Roman"/>
                          <a:ea typeface="Times New Roman" pitchFamily="18" charset="0"/>
                        </a:rPr>
                        <a:t>&amp;</a:t>
                      </a:r>
                    </a:p>
                    <a:p>
                      <a:pPr lvl="0" algn="ctr" eaLnBrk="1" latinLnBrk="1" hangingPunct="1"/>
                      <a:r>
                        <a:rPr lang="en-US" altLang="en-US" sz="2000" b="1" dirty="0">
                          <a:solidFill>
                            <a:srgbClr val="00B050"/>
                          </a:solidFill>
                          <a:latin typeface="Times New Roman"/>
                          <a:ea typeface="Times New Roman" pitchFamily="18" charset="0"/>
                        </a:rPr>
                        <a:t> YEAR</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dirty="0">
                          <a:solidFill>
                            <a:srgbClr val="00B050"/>
                          </a:solidFill>
                          <a:latin typeface="Times New Roman"/>
                          <a:ea typeface="Times New Roman" pitchFamily="18" charset="0"/>
                        </a:rPr>
                        <a:t>JOURNAL NAME</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dirty="0">
                          <a:solidFill>
                            <a:srgbClr val="00B050"/>
                          </a:solidFill>
                          <a:latin typeface="Times New Roman"/>
                          <a:ea typeface="Times New Roman" pitchFamily="18" charset="0"/>
                        </a:rPr>
                        <a:t>REMARKS</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extLst>
                  <a:ext uri="{0D108BD9-81ED-4DB2-BD59-A6C34878D82A}">
                    <a16:rowId xmlns="" xmlns:a16="http://schemas.microsoft.com/office/drawing/2014/main" val="10000"/>
                  </a:ext>
                </a:extLst>
              </a:tr>
              <a:tr h="4305330">
                <a:tc>
                  <a:txBody>
                    <a:bodyPr/>
                    <a:lstStyle/>
                    <a:p>
                      <a:pPr lvl="0" algn="ctr" eaLnBrk="1" latinLnBrk="1" hangingPunct="1"/>
                      <a:r>
                        <a:rPr lang="en-GB" altLang="en-US" dirty="0">
                          <a:latin typeface="Times New Roman"/>
                          <a:ea typeface="Times New Roman" pitchFamily="18" charset="0"/>
                        </a:rPr>
                        <a:t>IoT Based</a:t>
                      </a:r>
                      <a:r>
                        <a:rPr lang="en-GB" altLang="en-US" baseline="0" dirty="0">
                          <a:latin typeface="Times New Roman"/>
                          <a:ea typeface="Times New Roman" pitchFamily="18" charset="0"/>
                        </a:rPr>
                        <a:t>           environmental   monitoring and   control system</a:t>
                      </a:r>
                      <a:endParaRPr lang="en-GB" altLang="en-US" dirty="0">
                        <a:latin typeface="Times New Roman"/>
                        <a:ea typeface="Times New Roman" pitchFamily="18" charset="0"/>
                      </a:endParaRP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GB" altLang="en-US" dirty="0">
                          <a:latin typeface="Times New Roman"/>
                          <a:ea typeface="Times New Roman" pitchFamily="18" charset="0"/>
                        </a:rPr>
                        <a:t>Ghulam</a:t>
                      </a:r>
                      <a:r>
                        <a:rPr lang="en-GB" altLang="en-US" baseline="0" dirty="0">
                          <a:latin typeface="Times New Roman"/>
                          <a:ea typeface="Times New Roman" pitchFamily="18" charset="0"/>
                        </a:rPr>
                        <a:t>        Rubab Mirza,Etal,2019</a:t>
                      </a:r>
                      <a:endParaRPr lang="en-GB" altLang="en-US" dirty="0">
                        <a:latin typeface="Times New Roman"/>
                        <a:ea typeface="Times New Roman" pitchFamily="18" charset="0"/>
                      </a:endParaRP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dirty="0">
                          <a:latin typeface="Calibri" pitchFamily="34" charset="0"/>
                        </a:rPr>
                        <a:t>IJMREM</a:t>
                      </a:r>
                      <a:r>
                        <a:rPr lang="en-US" altLang="en-US" baseline="0" dirty="0">
                          <a:latin typeface="Calibri" pitchFamily="34" charset="0"/>
                        </a:rPr>
                        <a:t>          Journal</a:t>
                      </a:r>
                      <a:endParaRPr lang="en-US" altLang="en-US" dirty="0">
                        <a:latin typeface="Calibri" pitchFamily="34" charset="0"/>
                      </a:endParaRP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just" eaLnBrk="1" latinLnBrk="1" hangingPunct="1"/>
                      <a:r>
                        <a:rPr lang="en-GB" altLang="en-US" sz="1800" b="0" dirty="0">
                          <a:solidFill>
                            <a:schemeClr val="dk1"/>
                          </a:solidFill>
                          <a:latin typeface="Times New Roman"/>
                          <a:ea typeface="Times New Roman" pitchFamily="18" charset="0"/>
                        </a:rPr>
                        <a:t>IOT plays a major  role in collecting the information from the sensing unit enclosing our environment due to alternations in the climate which led to the significance of environmental monitoring. This paper presents a development of real time environmental monitoring and control system by utilizing node MCU. </a:t>
                      </a:r>
                      <a:endParaRPr lang="en-US" dirty="0"/>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extLst>
                  <a:ext uri="{0D108BD9-81ED-4DB2-BD59-A6C34878D82A}">
                    <a16:rowId xmlns="" xmlns:a16="http://schemas.microsoft.com/office/drawing/2014/main" val="10001"/>
                  </a:ext>
                </a:extLst>
              </a:tr>
            </a:tbl>
          </a:graphicData>
        </a:graphic>
      </p:graphicFrame>
      <p:sp>
        <p:nvSpPr>
          <p:cNvPr id="1048643" name="Slide Number Placeholder 9"/>
          <p:cNvSpPr txBox="1"/>
          <p:nvPr/>
        </p:nvSpPr>
        <p:spPr>
          <a:xfrm>
            <a:off x="6553200" y="6492875"/>
            <a:ext cx="2133600" cy="36512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latinLnBrk="1" hangingPunct="1"/>
            <a:r>
              <a:rPr lang="en-US" altLang="en-US" sz="1200">
                <a:solidFill>
                  <a:srgbClr val="898989"/>
                </a:solidFill>
                <a:latin typeface="Calibri" pitchFamily="34" charset="0"/>
              </a:rPr>
              <a:t>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7" name="Content Placeholder 2"/>
          <p:cNvSpPr>
            <a:spLocks noGrp="1"/>
          </p:cNvSpPr>
          <p:nvPr>
            <p:ph idx="1"/>
          </p:nvPr>
        </p:nvSpPr>
        <p:spPr>
          <a:xfrm>
            <a:off x="457200" y="1143000"/>
            <a:ext cx="8686800" cy="5715000"/>
          </a:xfrm>
          <a:prstGeom prst="rect">
            <a:avLst/>
          </a:prstGeom>
          <a:noFill/>
          <a:ln>
            <a:noFill/>
          </a:ln>
        </p:spPr>
        <p:txBody>
          <a:bodyPr vert="horz" lIns="91440" tIns="45720" rIns="91440" bIns="45720" anchor="t"/>
          <a:lstStyle>
            <a:lvl1pPr marL="342900" indent="-342900" algn="l" rtl="0" fontAlgn="base" latinLnBrk="1">
              <a:lnSpc>
                <a:spcPct val="100000"/>
              </a:lnSpc>
              <a:spcBef>
                <a:spcPct val="20000"/>
              </a:spcBef>
              <a:spcAft>
                <a:spcPct val="0"/>
              </a:spcAft>
              <a:buSzPct val="100000"/>
              <a:buFont typeface="Arial" charset="0"/>
              <a:buChar char="•"/>
              <a:defRPr sz="3200" b="0" i="0" u="none" baseline="0">
                <a:solidFill>
                  <a:schemeClr val="dk1"/>
                </a:solidFill>
                <a:latin typeface="Calibri" pitchFamily="34" charset="0"/>
                <a:sym typeface="Arial" charset="0"/>
              </a:defRPr>
            </a:lvl1pPr>
            <a:lvl2pPr marL="742950" indent="-285750" algn="l" rtl="0" fontAlgn="base" latinLnBrk="1">
              <a:lnSpc>
                <a:spcPct val="100000"/>
              </a:lnSpc>
              <a:spcBef>
                <a:spcPct val="20000"/>
              </a:spcBef>
              <a:spcAft>
                <a:spcPct val="0"/>
              </a:spcAft>
              <a:buSzPct val="100000"/>
              <a:buFont typeface="Arial" charset="0"/>
              <a:buChar char="–"/>
              <a:defRPr sz="2800" b="0" i="0" u="none" baseline="0">
                <a:solidFill>
                  <a:schemeClr val="dk1"/>
                </a:solidFill>
                <a:latin typeface="Calibri" pitchFamily="34" charset="0"/>
                <a:sym typeface="Arial" charset="0"/>
              </a:defRPr>
            </a:lvl2pPr>
            <a:lvl3pPr marL="1143000" indent="-228600" algn="l" rtl="0" fontAlgn="base" latinLnBrk="1">
              <a:lnSpc>
                <a:spcPct val="100000"/>
              </a:lnSpc>
              <a:spcBef>
                <a:spcPct val="20000"/>
              </a:spcBef>
              <a:spcAft>
                <a:spcPct val="0"/>
              </a:spcAft>
              <a:buSzPct val="100000"/>
              <a:buFont typeface="Arial" charset="0"/>
              <a:buChar char="•"/>
              <a:defRPr sz="2400" b="0" i="0" u="none" baseline="0">
                <a:solidFill>
                  <a:schemeClr val="dk1"/>
                </a:solidFill>
                <a:latin typeface="Calibri" pitchFamily="34" charset="0"/>
                <a:sym typeface="Arial" charset="0"/>
              </a:defRPr>
            </a:lvl3pPr>
            <a:lvl4pPr marL="1600200" indent="-228600" algn="l" rtl="0" fontAlgn="base" latinLnBrk="1">
              <a:lnSpc>
                <a:spcPct val="100000"/>
              </a:lnSpc>
              <a:spcBef>
                <a:spcPct val="20000"/>
              </a:spcBef>
              <a:spcAft>
                <a:spcPct val="0"/>
              </a:spcAft>
              <a:buSzPct val="100000"/>
              <a:buFont typeface="Arial" charset="0"/>
              <a:buChar char="–"/>
              <a:defRPr sz="2000" b="0" i="0" u="none" baseline="0">
                <a:solidFill>
                  <a:schemeClr val="dk1"/>
                </a:solidFill>
                <a:latin typeface="Calibri" pitchFamily="34" charset="0"/>
                <a:sym typeface="Arial" charset="0"/>
              </a:defRPr>
            </a:lvl4pPr>
            <a:lvl5pPr marL="2057400" indent="-228600" algn="l" rtl="0" fontAlgn="base" latinLnBrk="1">
              <a:lnSpc>
                <a:spcPct val="100000"/>
              </a:lnSpc>
              <a:spcBef>
                <a:spcPct val="20000"/>
              </a:spcBef>
              <a:spcAft>
                <a:spcPct val="0"/>
              </a:spcAft>
              <a:buSzPct val="100000"/>
              <a:buFont typeface="Arial" charset="0"/>
              <a:buChar char="»"/>
              <a:defRPr sz="2000" b="0" i="0" u="none" baseline="0">
                <a:solidFill>
                  <a:schemeClr val="dk1"/>
                </a:solidFill>
                <a:latin typeface="Calibri" pitchFamily="34" charset="0"/>
                <a:sym typeface="Arial" charset="0"/>
              </a:defRPr>
            </a:lvl5pPr>
          </a:lstStyle>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p:txBody>
      </p:sp>
      <p:sp>
        <p:nvSpPr>
          <p:cNvPr id="1048649" name="Title 6"/>
          <p:cNvSpPr>
            <a:spLocks noGrp="1"/>
          </p:cNvSpPr>
          <p:nvPr>
            <p:ph type="title"/>
          </p:nvPr>
        </p:nvSpPr>
        <p:spPr>
          <a:xfrm>
            <a:off x="457200" y="0"/>
            <a:ext cx="8229600" cy="1219200"/>
          </a:xfrm>
          <a:prstGeom prst="rect">
            <a:avLst/>
          </a:prstGeom>
          <a:noFill/>
          <a:ln>
            <a:noFill/>
          </a:ln>
        </p:spPr>
        <p:txBody>
          <a:bodyPr vert="horz" lIns="91440" tIns="45720" rIns="91440" bIns="45720" anchor="ctr"/>
          <a:lstStyle>
            <a:lvl1pPr marL="0" indent="0" algn="ctr" rtl="0" fontAlgn="base" latinLnBrk="1">
              <a:lnSpc>
                <a:spcPct val="100000"/>
              </a:lnSpc>
              <a:spcBef>
                <a:spcPct val="0"/>
              </a:spcBef>
              <a:spcAft>
                <a:spcPct val="0"/>
              </a:spcAft>
              <a:buFontTx/>
              <a:buNone/>
              <a:defRPr sz="4400" b="0" i="0" u="none" baseline="0">
                <a:solidFill>
                  <a:schemeClr val="dk1"/>
                </a:solidFill>
                <a:latin typeface="Calibri" pitchFamily="34" charset="0"/>
                <a:sym typeface="Arial" charset="0"/>
              </a:defRPr>
            </a:lvl1pPr>
          </a:lstStyle>
          <a:p>
            <a:pPr lvl="0"/>
            <a:r>
              <a:rPr lang="en-US" altLang="en-US" sz="4000" b="1" i="1">
                <a:solidFill>
                  <a:srgbClr val="FF0000"/>
                </a:solidFill>
                <a:latin typeface="Times New Roman" pitchFamily="18" charset="0"/>
                <a:ea typeface="Times New Roman" pitchFamily="18" charset="0"/>
              </a:rPr>
              <a:t> </a:t>
            </a:r>
            <a:r>
              <a:rPr lang="en-US" altLang="en-US" sz="4000" b="1">
                <a:solidFill>
                  <a:srgbClr val="FF0000"/>
                </a:solidFill>
                <a:latin typeface="Times New Roman" pitchFamily="18" charset="0"/>
                <a:ea typeface="Cambria" pitchFamily="18" charset="0"/>
              </a:rPr>
              <a:t>Literature Survey</a:t>
            </a:r>
          </a:p>
        </p:txBody>
      </p:sp>
      <p:graphicFrame>
        <p:nvGraphicFramePr>
          <p:cNvPr id="4194315" name="Table 4194314"/>
          <p:cNvGraphicFramePr>
            <a:graphicFrameLocks/>
          </p:cNvGraphicFramePr>
          <p:nvPr>
            <p:extLst>
              <p:ext uri="{D42A27DB-BD31-4B8C-83A1-F6EECF244321}">
                <p14:modId xmlns="" xmlns:p14="http://schemas.microsoft.com/office/powerpoint/2010/main" val="777032114"/>
              </p:ext>
            </p:extLst>
          </p:nvPr>
        </p:nvGraphicFramePr>
        <p:xfrm>
          <a:off x="381000" y="1219200"/>
          <a:ext cx="8381998" cy="5105400"/>
        </p:xfrm>
        <a:graphic>
          <a:graphicData uri="http://schemas.openxmlformats.org/drawingml/2006/table">
            <a:tbl>
              <a:tblPr/>
              <a:tblGrid>
                <a:gridCol w="1827212">
                  <a:extLst>
                    <a:ext uri="{9D8B030D-6E8A-4147-A177-3AD203B41FA5}">
                      <a16:colId xmlns="" xmlns:a16="http://schemas.microsoft.com/office/drawing/2014/main" val="20000"/>
                    </a:ext>
                  </a:extLst>
                </a:gridCol>
                <a:gridCol w="1512887">
                  <a:extLst>
                    <a:ext uri="{9D8B030D-6E8A-4147-A177-3AD203B41FA5}">
                      <a16:colId xmlns="" xmlns:a16="http://schemas.microsoft.com/office/drawing/2014/main" val="20001"/>
                    </a:ext>
                  </a:extLst>
                </a:gridCol>
                <a:gridCol w="1512887">
                  <a:extLst>
                    <a:ext uri="{9D8B030D-6E8A-4147-A177-3AD203B41FA5}">
                      <a16:colId xmlns="" xmlns:a16="http://schemas.microsoft.com/office/drawing/2014/main" val="20002"/>
                    </a:ext>
                  </a:extLst>
                </a:gridCol>
                <a:gridCol w="3529012">
                  <a:extLst>
                    <a:ext uri="{9D8B030D-6E8A-4147-A177-3AD203B41FA5}">
                      <a16:colId xmlns="" xmlns:a16="http://schemas.microsoft.com/office/drawing/2014/main" val="20003"/>
                    </a:ext>
                  </a:extLst>
                </a:gridCol>
              </a:tblGrid>
              <a:tr h="1441150">
                <a:tc>
                  <a:txBody>
                    <a:bodyPr/>
                    <a:lstStyle/>
                    <a:p>
                      <a:pPr lvl="0" algn="ctr" eaLnBrk="1" latinLnBrk="1" hangingPunct="1"/>
                      <a:r>
                        <a:rPr lang="en-US" altLang="en-US" sz="2000" b="1">
                          <a:solidFill>
                            <a:srgbClr val="00B050"/>
                          </a:solidFill>
                          <a:latin typeface="Times New Roman" pitchFamily="18" charset="0"/>
                          <a:ea typeface="Times New Roman" pitchFamily="18" charset="0"/>
                        </a:rPr>
                        <a:t>TITLE</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a:solidFill>
                            <a:srgbClr val="00B050"/>
                          </a:solidFill>
                          <a:latin typeface="Times New Roman"/>
                          <a:ea typeface="Times New Roman" pitchFamily="18" charset="0"/>
                        </a:rPr>
                        <a:t>AUTHOR </a:t>
                      </a:r>
                      <a:endParaRPr lang="en-US" altLang="en-US" sz="2000" b="1">
                        <a:solidFill>
                          <a:srgbClr val="00B050"/>
                        </a:solidFill>
                        <a:latin typeface="Times New Roman" pitchFamily="18" charset="0"/>
                        <a:ea typeface="Times New Roman" pitchFamily="18" charset="0"/>
                      </a:endParaRPr>
                    </a:p>
                    <a:p>
                      <a:pPr lvl="0" algn="ctr" eaLnBrk="1" latinLnBrk="1" hangingPunct="1"/>
                      <a:r>
                        <a:rPr lang="en-US" altLang="en-US" sz="2000" b="1">
                          <a:solidFill>
                            <a:srgbClr val="00B050"/>
                          </a:solidFill>
                          <a:latin typeface="Times New Roman"/>
                          <a:ea typeface="Times New Roman" pitchFamily="18" charset="0"/>
                        </a:rPr>
                        <a:t>&amp;</a:t>
                      </a:r>
                    </a:p>
                    <a:p>
                      <a:pPr lvl="0" algn="ctr" eaLnBrk="1" latinLnBrk="1" hangingPunct="1"/>
                      <a:r>
                        <a:rPr lang="en-US" altLang="en-US" sz="2000" b="1">
                          <a:solidFill>
                            <a:srgbClr val="00B050"/>
                          </a:solidFill>
                          <a:latin typeface="Times New Roman"/>
                          <a:ea typeface="Times New Roman" pitchFamily="18" charset="0"/>
                        </a:rPr>
                        <a:t> YEAR</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a:solidFill>
                            <a:srgbClr val="00B050"/>
                          </a:solidFill>
                          <a:latin typeface="Times New Roman"/>
                          <a:ea typeface="Times New Roman" pitchFamily="18" charset="0"/>
                        </a:rPr>
                        <a:t>JOURNAL NAME</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a:solidFill>
                            <a:srgbClr val="00B050"/>
                          </a:solidFill>
                          <a:latin typeface="Times New Roman"/>
                          <a:ea typeface="Times New Roman" pitchFamily="18" charset="0"/>
                        </a:rPr>
                        <a:t>REMARKS</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extLst>
                  <a:ext uri="{0D108BD9-81ED-4DB2-BD59-A6C34878D82A}">
                    <a16:rowId xmlns="" xmlns:a16="http://schemas.microsoft.com/office/drawing/2014/main" val="10000"/>
                  </a:ext>
                </a:extLst>
              </a:tr>
              <a:tr h="3664250">
                <a:tc>
                  <a:txBody>
                    <a:bodyPr/>
                    <a:lstStyle/>
                    <a:p>
                      <a:pPr lvl="0" algn="ctr" eaLnBrk="1" latinLnBrk="1" hangingPunct="1"/>
                      <a:r>
                        <a:rPr lang="en-GB" altLang="en-US">
                          <a:latin typeface="Times New Roman" pitchFamily="18" charset="0"/>
                          <a:ea typeface="Times New Roman" pitchFamily="18" charset="0"/>
                        </a:rPr>
                        <a:t>Weather              monitoring          station</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GB" altLang="en-US" err="1">
                          <a:latin typeface="Times New Roman" pitchFamily="18" charset="0"/>
                          <a:ea typeface="Times New Roman" pitchFamily="18" charset="0"/>
                        </a:rPr>
                        <a:t>Mr.Dipak</a:t>
                      </a:r>
                      <a:r>
                        <a:rPr lang="en-GB" altLang="en-US" baseline="0">
                          <a:latin typeface="Times New Roman" pitchFamily="18" charset="0"/>
                          <a:ea typeface="Times New Roman" pitchFamily="18" charset="0"/>
                        </a:rPr>
                        <a:t>      </a:t>
                      </a:r>
                      <a:r>
                        <a:rPr lang="en-GB" altLang="en-US" baseline="0" err="1">
                          <a:latin typeface="Times New Roman" pitchFamily="18" charset="0"/>
                          <a:ea typeface="Times New Roman" pitchFamily="18" charset="0"/>
                        </a:rPr>
                        <a:t>V.Sose</a:t>
                      </a:r>
                      <a:r>
                        <a:rPr lang="en-GB" altLang="en-US" baseline="0">
                          <a:latin typeface="Times New Roman" pitchFamily="18" charset="0"/>
                          <a:ea typeface="Times New Roman" pitchFamily="18" charset="0"/>
                        </a:rPr>
                        <a:t>,</a:t>
                      </a:r>
                    </a:p>
                    <a:p>
                      <a:pPr lvl="0" algn="ctr" eaLnBrk="1" latinLnBrk="1" hangingPunct="1"/>
                      <a:r>
                        <a:rPr lang="en-GB" altLang="en-US" baseline="0" err="1">
                          <a:latin typeface="Times New Roman" pitchFamily="18" charset="0"/>
                          <a:ea typeface="Times New Roman" pitchFamily="18" charset="0"/>
                        </a:rPr>
                        <a:t>Dr.Ajij</a:t>
                      </a:r>
                      <a:r>
                        <a:rPr lang="en-GB" altLang="en-US" baseline="0">
                          <a:latin typeface="Times New Roman" pitchFamily="18" charset="0"/>
                          <a:ea typeface="Times New Roman" pitchFamily="18" charset="0"/>
                        </a:rPr>
                        <a:t>           </a:t>
                      </a:r>
                      <a:r>
                        <a:rPr lang="en-GB" altLang="en-US" baseline="0" err="1">
                          <a:latin typeface="Times New Roman" pitchFamily="18" charset="0"/>
                          <a:ea typeface="Times New Roman" pitchFamily="18" charset="0"/>
                        </a:rPr>
                        <a:t>D.Sayyad</a:t>
                      </a:r>
                      <a:r>
                        <a:rPr lang="en-GB" altLang="en-US" baseline="0">
                          <a:latin typeface="Times New Roman" pitchFamily="18" charset="0"/>
                          <a:ea typeface="Times New Roman" pitchFamily="18" charset="0"/>
                        </a:rPr>
                        <a:t>,</a:t>
                      </a:r>
                    </a:p>
                    <a:p>
                      <a:pPr lvl="0" algn="ctr" eaLnBrk="1" latinLnBrk="1" hangingPunct="1"/>
                      <a:r>
                        <a:rPr lang="en-GB" altLang="en-US" baseline="0">
                          <a:latin typeface="Times New Roman" pitchFamily="18" charset="0"/>
                          <a:ea typeface="Times New Roman" pitchFamily="18" charset="0"/>
                        </a:rPr>
                        <a:t>2018</a:t>
                      </a:r>
                      <a:endParaRPr lang="en-GB" altLang="en-US">
                        <a:latin typeface="Times New Roman" pitchFamily="18" charset="0"/>
                        <a:ea typeface="Times New Roman" pitchFamily="18" charset="0"/>
                      </a:endParaRP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a:latin typeface="Calibri" pitchFamily="34" charset="0"/>
                        </a:rPr>
                        <a:t>IJER Journal</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just" eaLnBrk="1" latinLnBrk="1" hangingPunct="1"/>
                      <a:r>
                        <a:rPr lang="en-GB" altLang="en-US" sz="1800" b="0">
                          <a:solidFill>
                            <a:schemeClr val="dk1"/>
                          </a:solidFill>
                          <a:latin typeface="Times New Roman"/>
                          <a:ea typeface="Times New Roman" pitchFamily="18" charset="0"/>
                        </a:rPr>
                        <a:t>The system proposed is an advanced solution for weather monitoring  that uses IOT to make its real time data easily accessible over a very wide range. The system deals with monitoring weather and climate changes like temperature ,humidity wind speed, moisture, light intensity, UV radiation and even carbon monoxide level in the air.</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extLst>
                  <a:ext uri="{0D108BD9-81ED-4DB2-BD59-A6C34878D82A}">
                    <a16:rowId xmlns="" xmlns:a16="http://schemas.microsoft.com/office/drawing/2014/main" val="10001"/>
                  </a:ext>
                </a:extLst>
              </a:tr>
            </a:tbl>
          </a:graphicData>
        </a:graphic>
      </p:graphicFrame>
      <p:sp>
        <p:nvSpPr>
          <p:cNvPr id="1048650" name="Slide Number Placeholder 9"/>
          <p:cNvSpPr txBox="1"/>
          <p:nvPr/>
        </p:nvSpPr>
        <p:spPr>
          <a:xfrm>
            <a:off x="6629400" y="6492875"/>
            <a:ext cx="2133600" cy="36512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latinLnBrk="1" hangingPunct="1"/>
            <a:r>
              <a:rPr lang="en-US" altLang="en-US" sz="1200">
                <a:solidFill>
                  <a:srgbClr val="898989"/>
                </a:solidFill>
                <a:latin typeface="Calibri" pitchFamily="34" charset="0"/>
              </a:rPr>
              <a:t>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7" name="Content Placeholder 2"/>
          <p:cNvSpPr>
            <a:spLocks noGrp="1"/>
          </p:cNvSpPr>
          <p:nvPr>
            <p:ph idx="1"/>
          </p:nvPr>
        </p:nvSpPr>
        <p:spPr>
          <a:xfrm>
            <a:off x="457200" y="1143000"/>
            <a:ext cx="8686800" cy="5715000"/>
          </a:xfrm>
          <a:prstGeom prst="rect">
            <a:avLst/>
          </a:prstGeom>
          <a:noFill/>
          <a:ln>
            <a:noFill/>
          </a:ln>
        </p:spPr>
        <p:txBody>
          <a:bodyPr vert="horz" lIns="91440" tIns="45720" rIns="91440" bIns="45720" anchor="t"/>
          <a:lstStyle>
            <a:lvl1pPr marL="342900" indent="-342900" algn="l" rtl="0" fontAlgn="base" latinLnBrk="1">
              <a:lnSpc>
                <a:spcPct val="100000"/>
              </a:lnSpc>
              <a:spcBef>
                <a:spcPct val="20000"/>
              </a:spcBef>
              <a:spcAft>
                <a:spcPct val="0"/>
              </a:spcAft>
              <a:buSzPct val="100000"/>
              <a:buFont typeface="Arial" charset="0"/>
              <a:buChar char="•"/>
              <a:defRPr sz="3200" b="0" i="0" u="none" baseline="0">
                <a:solidFill>
                  <a:schemeClr val="dk1"/>
                </a:solidFill>
                <a:latin typeface="Calibri" pitchFamily="34" charset="0"/>
                <a:sym typeface="Arial" charset="0"/>
              </a:defRPr>
            </a:lvl1pPr>
            <a:lvl2pPr marL="742950" indent="-285750" algn="l" rtl="0" fontAlgn="base" latinLnBrk="1">
              <a:lnSpc>
                <a:spcPct val="100000"/>
              </a:lnSpc>
              <a:spcBef>
                <a:spcPct val="20000"/>
              </a:spcBef>
              <a:spcAft>
                <a:spcPct val="0"/>
              </a:spcAft>
              <a:buSzPct val="100000"/>
              <a:buFont typeface="Arial" charset="0"/>
              <a:buChar char="–"/>
              <a:defRPr sz="2800" b="0" i="0" u="none" baseline="0">
                <a:solidFill>
                  <a:schemeClr val="dk1"/>
                </a:solidFill>
                <a:latin typeface="Calibri" pitchFamily="34" charset="0"/>
                <a:sym typeface="Arial" charset="0"/>
              </a:defRPr>
            </a:lvl2pPr>
            <a:lvl3pPr marL="1143000" indent="-228600" algn="l" rtl="0" fontAlgn="base" latinLnBrk="1">
              <a:lnSpc>
                <a:spcPct val="100000"/>
              </a:lnSpc>
              <a:spcBef>
                <a:spcPct val="20000"/>
              </a:spcBef>
              <a:spcAft>
                <a:spcPct val="0"/>
              </a:spcAft>
              <a:buSzPct val="100000"/>
              <a:buFont typeface="Arial" charset="0"/>
              <a:buChar char="•"/>
              <a:defRPr sz="2400" b="0" i="0" u="none" baseline="0">
                <a:solidFill>
                  <a:schemeClr val="dk1"/>
                </a:solidFill>
                <a:latin typeface="Calibri" pitchFamily="34" charset="0"/>
                <a:sym typeface="Arial" charset="0"/>
              </a:defRPr>
            </a:lvl3pPr>
            <a:lvl4pPr marL="1600200" indent="-228600" algn="l" rtl="0" fontAlgn="base" latinLnBrk="1">
              <a:lnSpc>
                <a:spcPct val="100000"/>
              </a:lnSpc>
              <a:spcBef>
                <a:spcPct val="20000"/>
              </a:spcBef>
              <a:spcAft>
                <a:spcPct val="0"/>
              </a:spcAft>
              <a:buSzPct val="100000"/>
              <a:buFont typeface="Arial" charset="0"/>
              <a:buChar char="–"/>
              <a:defRPr sz="2000" b="0" i="0" u="none" baseline="0">
                <a:solidFill>
                  <a:schemeClr val="dk1"/>
                </a:solidFill>
                <a:latin typeface="Calibri" pitchFamily="34" charset="0"/>
                <a:sym typeface="Arial" charset="0"/>
              </a:defRPr>
            </a:lvl4pPr>
            <a:lvl5pPr marL="2057400" indent="-228600" algn="l" rtl="0" fontAlgn="base" latinLnBrk="1">
              <a:lnSpc>
                <a:spcPct val="100000"/>
              </a:lnSpc>
              <a:spcBef>
                <a:spcPct val="20000"/>
              </a:spcBef>
              <a:spcAft>
                <a:spcPct val="0"/>
              </a:spcAft>
              <a:buSzPct val="100000"/>
              <a:buFont typeface="Arial" charset="0"/>
              <a:buChar char="»"/>
              <a:defRPr sz="2000" b="0" i="0" u="none" baseline="0">
                <a:solidFill>
                  <a:schemeClr val="dk1"/>
                </a:solidFill>
                <a:latin typeface="Calibri" pitchFamily="34" charset="0"/>
                <a:sym typeface="Arial" charset="0"/>
              </a:defRPr>
            </a:lvl5pPr>
          </a:lstStyle>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p:txBody>
      </p:sp>
      <p:sp>
        <p:nvSpPr>
          <p:cNvPr id="1048649" name="Title 6"/>
          <p:cNvSpPr>
            <a:spLocks noGrp="1"/>
          </p:cNvSpPr>
          <p:nvPr>
            <p:ph type="title"/>
          </p:nvPr>
        </p:nvSpPr>
        <p:spPr>
          <a:xfrm>
            <a:off x="457200" y="0"/>
            <a:ext cx="8229600" cy="1219200"/>
          </a:xfrm>
          <a:prstGeom prst="rect">
            <a:avLst/>
          </a:prstGeom>
          <a:noFill/>
          <a:ln>
            <a:noFill/>
          </a:ln>
        </p:spPr>
        <p:txBody>
          <a:bodyPr vert="horz" lIns="91440" tIns="45720" rIns="91440" bIns="45720" anchor="ctr"/>
          <a:lstStyle>
            <a:lvl1pPr marL="0" indent="0" algn="ctr" rtl="0" fontAlgn="base" latinLnBrk="1">
              <a:lnSpc>
                <a:spcPct val="100000"/>
              </a:lnSpc>
              <a:spcBef>
                <a:spcPct val="0"/>
              </a:spcBef>
              <a:spcAft>
                <a:spcPct val="0"/>
              </a:spcAft>
              <a:buFontTx/>
              <a:buNone/>
              <a:defRPr sz="4400" b="0" i="0" u="none" baseline="0">
                <a:solidFill>
                  <a:schemeClr val="dk1"/>
                </a:solidFill>
                <a:latin typeface="Calibri" pitchFamily="34" charset="0"/>
                <a:sym typeface="Arial" charset="0"/>
              </a:defRPr>
            </a:lvl1pPr>
          </a:lstStyle>
          <a:p>
            <a:pPr lvl="0"/>
            <a:r>
              <a:rPr lang="en-US" altLang="en-US" sz="4000" b="1" i="1">
                <a:solidFill>
                  <a:srgbClr val="FF0000"/>
                </a:solidFill>
                <a:latin typeface="Times New Roman" pitchFamily="18" charset="0"/>
                <a:ea typeface="Times New Roman" pitchFamily="18" charset="0"/>
              </a:rPr>
              <a:t> </a:t>
            </a:r>
            <a:r>
              <a:rPr lang="en-US" altLang="en-US" sz="4000" b="1">
                <a:solidFill>
                  <a:srgbClr val="FF0000"/>
                </a:solidFill>
                <a:latin typeface="Times New Roman" pitchFamily="18" charset="0"/>
                <a:ea typeface="Cambria" pitchFamily="18" charset="0"/>
              </a:rPr>
              <a:t>Literature Survey</a:t>
            </a:r>
          </a:p>
        </p:txBody>
      </p:sp>
      <p:graphicFrame>
        <p:nvGraphicFramePr>
          <p:cNvPr id="4194315" name="Table 4194314"/>
          <p:cNvGraphicFramePr>
            <a:graphicFrameLocks/>
          </p:cNvGraphicFramePr>
          <p:nvPr/>
        </p:nvGraphicFramePr>
        <p:xfrm>
          <a:off x="381000" y="1219200"/>
          <a:ext cx="8381998" cy="5105400"/>
        </p:xfrm>
        <a:graphic>
          <a:graphicData uri="http://schemas.openxmlformats.org/drawingml/2006/table">
            <a:tbl>
              <a:tblPr/>
              <a:tblGrid>
                <a:gridCol w="1827212">
                  <a:extLst>
                    <a:ext uri="{9D8B030D-6E8A-4147-A177-3AD203B41FA5}">
                      <a16:colId xmlns="" xmlns:a16="http://schemas.microsoft.com/office/drawing/2014/main" val="20000"/>
                    </a:ext>
                  </a:extLst>
                </a:gridCol>
                <a:gridCol w="1512887">
                  <a:extLst>
                    <a:ext uri="{9D8B030D-6E8A-4147-A177-3AD203B41FA5}">
                      <a16:colId xmlns="" xmlns:a16="http://schemas.microsoft.com/office/drawing/2014/main" val="20001"/>
                    </a:ext>
                  </a:extLst>
                </a:gridCol>
                <a:gridCol w="1512887">
                  <a:extLst>
                    <a:ext uri="{9D8B030D-6E8A-4147-A177-3AD203B41FA5}">
                      <a16:colId xmlns="" xmlns:a16="http://schemas.microsoft.com/office/drawing/2014/main" val="20002"/>
                    </a:ext>
                  </a:extLst>
                </a:gridCol>
                <a:gridCol w="3529012">
                  <a:extLst>
                    <a:ext uri="{9D8B030D-6E8A-4147-A177-3AD203B41FA5}">
                      <a16:colId xmlns="" xmlns:a16="http://schemas.microsoft.com/office/drawing/2014/main" val="20003"/>
                    </a:ext>
                  </a:extLst>
                </a:gridCol>
              </a:tblGrid>
              <a:tr h="1441150">
                <a:tc>
                  <a:txBody>
                    <a:bodyPr/>
                    <a:lstStyle/>
                    <a:p>
                      <a:pPr lvl="0" algn="ctr" eaLnBrk="1" latinLnBrk="1" hangingPunct="1"/>
                      <a:r>
                        <a:rPr lang="en-US" altLang="en-US" sz="2000" b="1" dirty="0">
                          <a:solidFill>
                            <a:srgbClr val="00B050"/>
                          </a:solidFill>
                          <a:latin typeface="Times New Roman" pitchFamily="18" charset="0"/>
                          <a:ea typeface="Times New Roman" pitchFamily="18" charset="0"/>
                        </a:rPr>
                        <a:t>TITLE</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a:solidFill>
                            <a:srgbClr val="00B050"/>
                          </a:solidFill>
                          <a:latin typeface="Times New Roman" pitchFamily="18" charset="0"/>
                          <a:ea typeface="Times New Roman" pitchFamily="18" charset="0"/>
                        </a:rPr>
                        <a:t>AUTHOR </a:t>
                      </a:r>
                    </a:p>
                    <a:p>
                      <a:pPr lvl="0" algn="ctr" eaLnBrk="1" latinLnBrk="1" hangingPunct="1"/>
                      <a:r>
                        <a:rPr lang="en-US" altLang="en-US" sz="2000" b="1">
                          <a:solidFill>
                            <a:srgbClr val="00B050"/>
                          </a:solidFill>
                          <a:latin typeface="Times New Roman" pitchFamily="18" charset="0"/>
                          <a:ea typeface="Times New Roman" pitchFamily="18" charset="0"/>
                        </a:rPr>
                        <a:t>&amp;</a:t>
                      </a:r>
                    </a:p>
                    <a:p>
                      <a:pPr lvl="0" algn="ctr" eaLnBrk="1" latinLnBrk="1" hangingPunct="1"/>
                      <a:r>
                        <a:rPr lang="en-US" altLang="en-US" sz="2000" b="1">
                          <a:solidFill>
                            <a:srgbClr val="00B050"/>
                          </a:solidFill>
                          <a:latin typeface="Times New Roman" pitchFamily="18" charset="0"/>
                          <a:ea typeface="Times New Roman" pitchFamily="18" charset="0"/>
                        </a:rPr>
                        <a:t> YEAR</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a:solidFill>
                            <a:srgbClr val="00B050"/>
                          </a:solidFill>
                          <a:latin typeface="Times New Roman" pitchFamily="18" charset="0"/>
                          <a:ea typeface="Times New Roman" pitchFamily="18" charset="0"/>
                        </a:rPr>
                        <a:t>JOURNAL NAME</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a:solidFill>
                            <a:srgbClr val="00B050"/>
                          </a:solidFill>
                          <a:latin typeface="Times New Roman" pitchFamily="18" charset="0"/>
                          <a:ea typeface="Times New Roman" pitchFamily="18" charset="0"/>
                        </a:rPr>
                        <a:t>REMARKS</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extLst>
                  <a:ext uri="{0D108BD9-81ED-4DB2-BD59-A6C34878D82A}">
                    <a16:rowId xmlns="" xmlns:a16="http://schemas.microsoft.com/office/drawing/2014/main" val="10000"/>
                  </a:ext>
                </a:extLst>
              </a:tr>
              <a:tr h="3664250">
                <a:tc>
                  <a:txBody>
                    <a:bodyPr/>
                    <a:lstStyle/>
                    <a:p>
                      <a:pPr lvl="0" algn="ctr" eaLnBrk="1" latinLnBrk="1" hangingPunct="1"/>
                      <a:r>
                        <a:rPr lang="en-US" dirty="0"/>
                        <a:t>IOT BASED                   INDUSTRIAL                   MONITORING              SYSTEM</a:t>
                      </a:r>
                      <a:endParaRPr lang="en-GB" altLang="en-US" dirty="0">
                        <a:latin typeface="Times New Roman" pitchFamily="18" charset="0"/>
                        <a:ea typeface="Times New Roman" pitchFamily="18" charset="0"/>
                      </a:endParaRP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dirty="0" err="1"/>
                        <a:t>Hemlata</a:t>
                      </a:r>
                      <a:r>
                        <a:rPr lang="en-US" dirty="0"/>
                        <a:t>       </a:t>
                      </a:r>
                      <a:r>
                        <a:rPr lang="en-US" baseline="0" dirty="0"/>
                        <a:t> </a:t>
                      </a:r>
                      <a:r>
                        <a:rPr lang="en-US" dirty="0"/>
                        <a:t> </a:t>
                      </a:r>
                      <a:r>
                        <a:rPr lang="en-US" dirty="0" err="1"/>
                        <a:t>Yadav</a:t>
                      </a:r>
                      <a:r>
                        <a:rPr lang="en-US" dirty="0"/>
                        <a:t>, </a:t>
                      </a:r>
                      <a:r>
                        <a:rPr lang="en-US" dirty="0" err="1"/>
                        <a:t>Etal</a:t>
                      </a:r>
                      <a:r>
                        <a:rPr lang="en-US" dirty="0"/>
                        <a:t>,    2022 </a:t>
                      </a:r>
                      <a:endParaRPr lang="en-GB" altLang="en-US" dirty="0">
                        <a:latin typeface="Times New Roman" pitchFamily="18" charset="0"/>
                        <a:ea typeface="Times New Roman" pitchFamily="18" charset="0"/>
                      </a:endParaRP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dirty="0">
                          <a:latin typeface="Calibri" pitchFamily="34" charset="0"/>
                        </a:rPr>
                        <a:t>IRJMETS          Journal</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just" eaLnBrk="1" latinLnBrk="1" hangingPunct="1"/>
                      <a:r>
                        <a:rPr lang="en-US" dirty="0"/>
                        <a:t>The Internet of Things (</a:t>
                      </a:r>
                      <a:r>
                        <a:rPr lang="en-US" dirty="0" err="1"/>
                        <a:t>IoT</a:t>
                      </a:r>
                      <a:r>
                        <a:rPr lang="en-US" dirty="0"/>
                        <a:t>) is a new sector that aims to connect "things," "people," and "machines" to the internet. Modernization and automation are sweeping the globe, with    </a:t>
                      </a:r>
                      <a:r>
                        <a:rPr lang="en-US" dirty="0" err="1"/>
                        <a:t>IoT</a:t>
                      </a:r>
                      <a:r>
                        <a:rPr lang="en-US"/>
                        <a:t> -</a:t>
                      </a:r>
                      <a:r>
                        <a:rPr lang="en-US" dirty="0"/>
                        <a:t>based industrial </a:t>
                      </a:r>
                      <a:r>
                        <a:rPr lang="en-US"/>
                        <a:t>monitoring      solutions </a:t>
                      </a:r>
                      <a:r>
                        <a:rPr lang="en-US" dirty="0"/>
                        <a:t>at the forefront. The importance of assessing the state of the industry is vital to the safety and efficiency of the products. The goal of this study is to create an </a:t>
                      </a:r>
                      <a:r>
                        <a:rPr lang="en-US" dirty="0" err="1"/>
                        <a:t>IoT</a:t>
                      </a:r>
                      <a:r>
                        <a:rPr lang="en-US" dirty="0"/>
                        <a:t>-based industrial monitoring system with intelligent sensors.</a:t>
                      </a:r>
                      <a:endParaRPr lang="en-GB" altLang="en-US" sz="1800" b="0" dirty="0">
                        <a:solidFill>
                          <a:schemeClr val="dk1"/>
                        </a:solidFill>
                        <a:latin typeface="Times New Roman" pitchFamily="18" charset="0"/>
                        <a:ea typeface="Times New Roman" pitchFamily="18" charset="0"/>
                      </a:endParaRP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extLst>
                  <a:ext uri="{0D108BD9-81ED-4DB2-BD59-A6C34878D82A}">
                    <a16:rowId xmlns="" xmlns:a16="http://schemas.microsoft.com/office/drawing/2014/main" val="10001"/>
                  </a:ext>
                </a:extLst>
              </a:tr>
            </a:tbl>
          </a:graphicData>
        </a:graphic>
      </p:graphicFrame>
      <p:sp>
        <p:nvSpPr>
          <p:cNvPr id="1048650" name="Slide Number Placeholder 9"/>
          <p:cNvSpPr txBox="1"/>
          <p:nvPr/>
        </p:nvSpPr>
        <p:spPr>
          <a:xfrm>
            <a:off x="6629400" y="6492875"/>
            <a:ext cx="2133600" cy="36512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latinLnBrk="1" hangingPunct="1"/>
            <a:r>
              <a:rPr lang="en-US" altLang="en-US" sz="1200">
                <a:solidFill>
                  <a:srgbClr val="898989"/>
                </a:solidFill>
                <a:latin typeface="Calibri" pitchFamily="34" charset="0"/>
              </a:rPr>
              <a:t>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7" name="Content Placeholder 2"/>
          <p:cNvSpPr>
            <a:spLocks noGrp="1"/>
          </p:cNvSpPr>
          <p:nvPr>
            <p:ph idx="1"/>
          </p:nvPr>
        </p:nvSpPr>
        <p:spPr>
          <a:xfrm>
            <a:off x="457200" y="1143000"/>
            <a:ext cx="8686800" cy="5715000"/>
          </a:xfrm>
          <a:prstGeom prst="rect">
            <a:avLst/>
          </a:prstGeom>
          <a:noFill/>
          <a:ln>
            <a:noFill/>
          </a:ln>
        </p:spPr>
        <p:txBody>
          <a:bodyPr vert="horz" lIns="91440" tIns="45720" rIns="91440" bIns="45720" anchor="t"/>
          <a:lstStyle>
            <a:lvl1pPr marL="342900" indent="-342900" algn="l" rtl="0" fontAlgn="base" latinLnBrk="1">
              <a:lnSpc>
                <a:spcPct val="100000"/>
              </a:lnSpc>
              <a:spcBef>
                <a:spcPct val="20000"/>
              </a:spcBef>
              <a:spcAft>
                <a:spcPct val="0"/>
              </a:spcAft>
              <a:buSzPct val="100000"/>
              <a:buFont typeface="Arial" charset="0"/>
              <a:buChar char="•"/>
              <a:defRPr sz="3200" b="0" i="0" u="none" baseline="0">
                <a:solidFill>
                  <a:schemeClr val="dk1"/>
                </a:solidFill>
                <a:latin typeface="Calibri" pitchFamily="34" charset="0"/>
                <a:sym typeface="Arial" charset="0"/>
              </a:defRPr>
            </a:lvl1pPr>
            <a:lvl2pPr marL="742950" indent="-285750" algn="l" rtl="0" fontAlgn="base" latinLnBrk="1">
              <a:lnSpc>
                <a:spcPct val="100000"/>
              </a:lnSpc>
              <a:spcBef>
                <a:spcPct val="20000"/>
              </a:spcBef>
              <a:spcAft>
                <a:spcPct val="0"/>
              </a:spcAft>
              <a:buSzPct val="100000"/>
              <a:buFont typeface="Arial" charset="0"/>
              <a:buChar char="–"/>
              <a:defRPr sz="2800" b="0" i="0" u="none" baseline="0">
                <a:solidFill>
                  <a:schemeClr val="dk1"/>
                </a:solidFill>
                <a:latin typeface="Calibri" pitchFamily="34" charset="0"/>
                <a:sym typeface="Arial" charset="0"/>
              </a:defRPr>
            </a:lvl2pPr>
            <a:lvl3pPr marL="1143000" indent="-228600" algn="l" rtl="0" fontAlgn="base" latinLnBrk="1">
              <a:lnSpc>
                <a:spcPct val="100000"/>
              </a:lnSpc>
              <a:spcBef>
                <a:spcPct val="20000"/>
              </a:spcBef>
              <a:spcAft>
                <a:spcPct val="0"/>
              </a:spcAft>
              <a:buSzPct val="100000"/>
              <a:buFont typeface="Arial" charset="0"/>
              <a:buChar char="•"/>
              <a:defRPr sz="2400" b="0" i="0" u="none" baseline="0">
                <a:solidFill>
                  <a:schemeClr val="dk1"/>
                </a:solidFill>
                <a:latin typeface="Calibri" pitchFamily="34" charset="0"/>
                <a:sym typeface="Arial" charset="0"/>
              </a:defRPr>
            </a:lvl3pPr>
            <a:lvl4pPr marL="1600200" indent="-228600" algn="l" rtl="0" fontAlgn="base" latinLnBrk="1">
              <a:lnSpc>
                <a:spcPct val="100000"/>
              </a:lnSpc>
              <a:spcBef>
                <a:spcPct val="20000"/>
              </a:spcBef>
              <a:spcAft>
                <a:spcPct val="0"/>
              </a:spcAft>
              <a:buSzPct val="100000"/>
              <a:buFont typeface="Arial" charset="0"/>
              <a:buChar char="–"/>
              <a:defRPr sz="2000" b="0" i="0" u="none" baseline="0">
                <a:solidFill>
                  <a:schemeClr val="dk1"/>
                </a:solidFill>
                <a:latin typeface="Calibri" pitchFamily="34" charset="0"/>
                <a:sym typeface="Arial" charset="0"/>
              </a:defRPr>
            </a:lvl4pPr>
            <a:lvl5pPr marL="2057400" indent="-228600" algn="l" rtl="0" fontAlgn="base" latinLnBrk="1">
              <a:lnSpc>
                <a:spcPct val="100000"/>
              </a:lnSpc>
              <a:spcBef>
                <a:spcPct val="20000"/>
              </a:spcBef>
              <a:spcAft>
                <a:spcPct val="0"/>
              </a:spcAft>
              <a:buSzPct val="100000"/>
              <a:buFont typeface="Arial" charset="0"/>
              <a:buChar char="»"/>
              <a:defRPr sz="2000" b="0" i="0" u="none" baseline="0">
                <a:solidFill>
                  <a:schemeClr val="dk1"/>
                </a:solidFill>
                <a:latin typeface="Calibri" pitchFamily="34" charset="0"/>
                <a:sym typeface="Arial" charset="0"/>
              </a:defRPr>
            </a:lvl5pPr>
          </a:lstStyle>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p:txBody>
      </p:sp>
      <p:sp>
        <p:nvSpPr>
          <p:cNvPr id="1048649" name="Title 6"/>
          <p:cNvSpPr>
            <a:spLocks noGrp="1"/>
          </p:cNvSpPr>
          <p:nvPr>
            <p:ph type="title"/>
          </p:nvPr>
        </p:nvSpPr>
        <p:spPr>
          <a:xfrm>
            <a:off x="457200" y="0"/>
            <a:ext cx="8229600" cy="1219200"/>
          </a:xfrm>
          <a:prstGeom prst="rect">
            <a:avLst/>
          </a:prstGeom>
          <a:noFill/>
          <a:ln>
            <a:noFill/>
          </a:ln>
        </p:spPr>
        <p:txBody>
          <a:bodyPr vert="horz" lIns="91440" tIns="45720" rIns="91440" bIns="45720" anchor="ctr"/>
          <a:lstStyle>
            <a:lvl1pPr marL="0" indent="0" algn="ctr" rtl="0" fontAlgn="base" latinLnBrk="1">
              <a:lnSpc>
                <a:spcPct val="100000"/>
              </a:lnSpc>
              <a:spcBef>
                <a:spcPct val="0"/>
              </a:spcBef>
              <a:spcAft>
                <a:spcPct val="0"/>
              </a:spcAft>
              <a:buFontTx/>
              <a:buNone/>
              <a:defRPr sz="4400" b="0" i="0" u="none" baseline="0">
                <a:solidFill>
                  <a:schemeClr val="dk1"/>
                </a:solidFill>
                <a:latin typeface="Calibri" pitchFamily="34" charset="0"/>
                <a:sym typeface="Arial" charset="0"/>
              </a:defRPr>
            </a:lvl1pPr>
          </a:lstStyle>
          <a:p>
            <a:pPr lvl="0"/>
            <a:r>
              <a:rPr lang="en-US" altLang="en-US" sz="4000" b="1" i="1">
                <a:solidFill>
                  <a:srgbClr val="FF0000"/>
                </a:solidFill>
                <a:latin typeface="Times New Roman" pitchFamily="18" charset="0"/>
                <a:ea typeface="Times New Roman" pitchFamily="18" charset="0"/>
              </a:rPr>
              <a:t> </a:t>
            </a:r>
            <a:r>
              <a:rPr lang="en-US" altLang="en-US" sz="4000" b="1">
                <a:solidFill>
                  <a:srgbClr val="FF0000"/>
                </a:solidFill>
                <a:latin typeface="Times New Roman" pitchFamily="18" charset="0"/>
                <a:ea typeface="Cambria" pitchFamily="18" charset="0"/>
              </a:rPr>
              <a:t>Literature Survey</a:t>
            </a:r>
          </a:p>
        </p:txBody>
      </p:sp>
      <p:graphicFrame>
        <p:nvGraphicFramePr>
          <p:cNvPr id="4194315" name="Table 4194314"/>
          <p:cNvGraphicFramePr>
            <a:graphicFrameLocks/>
          </p:cNvGraphicFramePr>
          <p:nvPr/>
        </p:nvGraphicFramePr>
        <p:xfrm>
          <a:off x="0" y="914400"/>
          <a:ext cx="9144001" cy="5943600"/>
        </p:xfrm>
        <a:graphic>
          <a:graphicData uri="http://schemas.openxmlformats.org/drawingml/2006/table">
            <a:tbl>
              <a:tblPr/>
              <a:tblGrid>
                <a:gridCol w="1993323">
                  <a:extLst>
                    <a:ext uri="{9D8B030D-6E8A-4147-A177-3AD203B41FA5}">
                      <a16:colId xmlns="" xmlns:a16="http://schemas.microsoft.com/office/drawing/2014/main" val="20000"/>
                    </a:ext>
                  </a:extLst>
                </a:gridCol>
                <a:gridCol w="1650423">
                  <a:extLst>
                    <a:ext uri="{9D8B030D-6E8A-4147-A177-3AD203B41FA5}">
                      <a16:colId xmlns="" xmlns:a16="http://schemas.microsoft.com/office/drawing/2014/main" val="20001"/>
                    </a:ext>
                  </a:extLst>
                </a:gridCol>
                <a:gridCol w="1650423">
                  <a:extLst>
                    <a:ext uri="{9D8B030D-6E8A-4147-A177-3AD203B41FA5}">
                      <a16:colId xmlns="" xmlns:a16="http://schemas.microsoft.com/office/drawing/2014/main" val="20002"/>
                    </a:ext>
                  </a:extLst>
                </a:gridCol>
                <a:gridCol w="3849832">
                  <a:extLst>
                    <a:ext uri="{9D8B030D-6E8A-4147-A177-3AD203B41FA5}">
                      <a16:colId xmlns="" xmlns:a16="http://schemas.microsoft.com/office/drawing/2014/main" val="20003"/>
                    </a:ext>
                  </a:extLst>
                </a:gridCol>
              </a:tblGrid>
              <a:tr h="1446478">
                <a:tc>
                  <a:txBody>
                    <a:bodyPr/>
                    <a:lstStyle/>
                    <a:p>
                      <a:pPr lvl="0" algn="ctr" eaLnBrk="1" latinLnBrk="1" hangingPunct="1"/>
                      <a:r>
                        <a:rPr lang="en-US" altLang="en-US" sz="2000" b="1" dirty="0">
                          <a:solidFill>
                            <a:srgbClr val="00B050"/>
                          </a:solidFill>
                          <a:latin typeface="Times New Roman" pitchFamily="18" charset="0"/>
                          <a:ea typeface="Times New Roman" pitchFamily="18" charset="0"/>
                        </a:rPr>
                        <a:t>TITLE</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a:solidFill>
                            <a:srgbClr val="00B050"/>
                          </a:solidFill>
                          <a:latin typeface="Times New Roman" pitchFamily="18" charset="0"/>
                          <a:ea typeface="Times New Roman" pitchFamily="18" charset="0"/>
                        </a:rPr>
                        <a:t>AUTHOR </a:t>
                      </a:r>
                    </a:p>
                    <a:p>
                      <a:pPr lvl="0" algn="ctr" eaLnBrk="1" latinLnBrk="1" hangingPunct="1"/>
                      <a:r>
                        <a:rPr lang="en-US" altLang="en-US" sz="2000" b="1">
                          <a:solidFill>
                            <a:srgbClr val="00B050"/>
                          </a:solidFill>
                          <a:latin typeface="Times New Roman" pitchFamily="18" charset="0"/>
                          <a:ea typeface="Times New Roman" pitchFamily="18" charset="0"/>
                        </a:rPr>
                        <a:t>&amp;</a:t>
                      </a:r>
                    </a:p>
                    <a:p>
                      <a:pPr lvl="0" algn="ctr" eaLnBrk="1" latinLnBrk="1" hangingPunct="1"/>
                      <a:r>
                        <a:rPr lang="en-US" altLang="en-US" sz="2000" b="1">
                          <a:solidFill>
                            <a:srgbClr val="00B050"/>
                          </a:solidFill>
                          <a:latin typeface="Times New Roman" pitchFamily="18" charset="0"/>
                          <a:ea typeface="Times New Roman" pitchFamily="18" charset="0"/>
                        </a:rPr>
                        <a:t> YEAR</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a:solidFill>
                            <a:srgbClr val="00B050"/>
                          </a:solidFill>
                          <a:latin typeface="Times New Roman" pitchFamily="18" charset="0"/>
                          <a:ea typeface="Times New Roman" pitchFamily="18" charset="0"/>
                        </a:rPr>
                        <a:t>JOURNAL NAME</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a:solidFill>
                            <a:srgbClr val="00B050"/>
                          </a:solidFill>
                          <a:latin typeface="Times New Roman" pitchFamily="18" charset="0"/>
                          <a:ea typeface="Times New Roman" pitchFamily="18" charset="0"/>
                        </a:rPr>
                        <a:t>REMARKS</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extLst>
                  <a:ext uri="{0D108BD9-81ED-4DB2-BD59-A6C34878D82A}">
                    <a16:rowId xmlns="" xmlns:a16="http://schemas.microsoft.com/office/drawing/2014/main" val="10000"/>
                  </a:ext>
                </a:extLst>
              </a:tr>
              <a:tr h="4497122">
                <a:tc>
                  <a:txBody>
                    <a:bodyPr/>
                    <a:lstStyle/>
                    <a:p>
                      <a:pPr lvl="0" algn="ctr" eaLnBrk="1" latinLnBrk="1" hangingPunct="1"/>
                      <a:r>
                        <a:rPr lang="en-US" dirty="0" smtClean="0"/>
                        <a:t>A Hazardous           Area Personal               Monitoring             System     for          Operators in Gas   Depots and             Storage Tanks </a:t>
                      </a:r>
                      <a:endParaRPr lang="en-GB" altLang="en-US" dirty="0">
                        <a:latin typeface="Times New Roman" pitchFamily="18" charset="0"/>
                        <a:ea typeface="Times New Roman" pitchFamily="18" charset="0"/>
                      </a:endParaRP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dirty="0" err="1" smtClean="0"/>
                        <a:t>Elia</a:t>
                      </a:r>
                      <a:r>
                        <a:rPr lang="en-US" dirty="0" smtClean="0"/>
                        <a:t> Landi,Etal,2022</a:t>
                      </a:r>
                      <a:endParaRPr lang="en-GB" altLang="en-US" dirty="0">
                        <a:latin typeface="Times New Roman" pitchFamily="18" charset="0"/>
                        <a:ea typeface="Times New Roman" pitchFamily="18" charset="0"/>
                      </a:endParaRP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dirty="0" smtClean="0">
                          <a:latin typeface="Calibri" pitchFamily="34" charset="0"/>
                        </a:rPr>
                        <a:t>CET Journal</a:t>
                      </a:r>
                      <a:endParaRPr lang="en-US" altLang="en-US" dirty="0">
                        <a:latin typeface="Calibri" pitchFamily="34" charset="0"/>
                      </a:endParaRP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just" eaLnBrk="1" latinLnBrk="1" hangingPunct="1"/>
                      <a:r>
                        <a:rPr lang="en-US" dirty="0" smtClean="0"/>
                        <a:t>This work describes a smart monitoring system for the detection of flammable gas residues, toxic gases, and reduced oxygen concentrations. The proposed system aims at reducing the risk of fires and explosions, thus increasing the safety of workers engaged in maintenance or inspection of gas storages. The monitoring system is based on compact battery-powered wearable sensor nodes containing sensors for LPG flammable compound toxic gases. The designed system can also increase plants safety by incorporating an intrusion detection system.</a:t>
                      </a:r>
                      <a:endParaRPr lang="en-GB" altLang="en-US" sz="1800" b="0" dirty="0">
                        <a:solidFill>
                          <a:schemeClr val="dk1"/>
                        </a:solidFill>
                        <a:latin typeface="Times New Roman" pitchFamily="18" charset="0"/>
                        <a:ea typeface="Times New Roman" pitchFamily="18" charset="0"/>
                      </a:endParaRP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extLst>
                  <a:ext uri="{0D108BD9-81ED-4DB2-BD59-A6C34878D82A}">
                    <a16:rowId xmlns="" xmlns:a16="http://schemas.microsoft.com/office/drawing/2014/main" val="10001"/>
                  </a:ext>
                </a:extLst>
              </a:tr>
            </a:tbl>
          </a:graphicData>
        </a:graphic>
      </p:graphicFrame>
      <p:sp>
        <p:nvSpPr>
          <p:cNvPr id="1048650" name="Slide Number Placeholder 9"/>
          <p:cNvSpPr txBox="1"/>
          <p:nvPr/>
        </p:nvSpPr>
        <p:spPr>
          <a:xfrm>
            <a:off x="6629400" y="6492875"/>
            <a:ext cx="2133600" cy="36512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latinLnBrk="1" hangingPunct="1"/>
            <a:r>
              <a:rPr lang="en-US" altLang="en-US" sz="1200">
                <a:solidFill>
                  <a:srgbClr val="898989"/>
                </a:solidFill>
                <a:latin typeface="Calibri" pitchFamily="34" charset="0"/>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7" name="Content Placeholder 2"/>
          <p:cNvSpPr>
            <a:spLocks noGrp="1"/>
          </p:cNvSpPr>
          <p:nvPr>
            <p:ph idx="1"/>
          </p:nvPr>
        </p:nvSpPr>
        <p:spPr>
          <a:xfrm>
            <a:off x="457200" y="1143000"/>
            <a:ext cx="8686800" cy="5715000"/>
          </a:xfrm>
          <a:prstGeom prst="rect">
            <a:avLst/>
          </a:prstGeom>
          <a:noFill/>
          <a:ln>
            <a:noFill/>
          </a:ln>
        </p:spPr>
        <p:txBody>
          <a:bodyPr vert="horz" lIns="91440" tIns="45720" rIns="91440" bIns="45720" anchor="t"/>
          <a:lstStyle>
            <a:lvl1pPr marL="342900" indent="-342900" algn="l" rtl="0" fontAlgn="base" latinLnBrk="1">
              <a:lnSpc>
                <a:spcPct val="100000"/>
              </a:lnSpc>
              <a:spcBef>
                <a:spcPct val="20000"/>
              </a:spcBef>
              <a:spcAft>
                <a:spcPct val="0"/>
              </a:spcAft>
              <a:buSzPct val="100000"/>
              <a:buFont typeface="Arial" charset="0"/>
              <a:buChar char="•"/>
              <a:defRPr sz="3200" b="0" i="0" u="none" baseline="0">
                <a:solidFill>
                  <a:schemeClr val="dk1"/>
                </a:solidFill>
                <a:latin typeface="Calibri" pitchFamily="34" charset="0"/>
                <a:sym typeface="Arial" charset="0"/>
              </a:defRPr>
            </a:lvl1pPr>
            <a:lvl2pPr marL="742950" indent="-285750" algn="l" rtl="0" fontAlgn="base" latinLnBrk="1">
              <a:lnSpc>
                <a:spcPct val="100000"/>
              </a:lnSpc>
              <a:spcBef>
                <a:spcPct val="20000"/>
              </a:spcBef>
              <a:spcAft>
                <a:spcPct val="0"/>
              </a:spcAft>
              <a:buSzPct val="100000"/>
              <a:buFont typeface="Arial" charset="0"/>
              <a:buChar char="–"/>
              <a:defRPr sz="2800" b="0" i="0" u="none" baseline="0">
                <a:solidFill>
                  <a:schemeClr val="dk1"/>
                </a:solidFill>
                <a:latin typeface="Calibri" pitchFamily="34" charset="0"/>
                <a:sym typeface="Arial" charset="0"/>
              </a:defRPr>
            </a:lvl2pPr>
            <a:lvl3pPr marL="1143000" indent="-228600" algn="l" rtl="0" fontAlgn="base" latinLnBrk="1">
              <a:lnSpc>
                <a:spcPct val="100000"/>
              </a:lnSpc>
              <a:spcBef>
                <a:spcPct val="20000"/>
              </a:spcBef>
              <a:spcAft>
                <a:spcPct val="0"/>
              </a:spcAft>
              <a:buSzPct val="100000"/>
              <a:buFont typeface="Arial" charset="0"/>
              <a:buChar char="•"/>
              <a:defRPr sz="2400" b="0" i="0" u="none" baseline="0">
                <a:solidFill>
                  <a:schemeClr val="dk1"/>
                </a:solidFill>
                <a:latin typeface="Calibri" pitchFamily="34" charset="0"/>
                <a:sym typeface="Arial" charset="0"/>
              </a:defRPr>
            </a:lvl3pPr>
            <a:lvl4pPr marL="1600200" indent="-228600" algn="l" rtl="0" fontAlgn="base" latinLnBrk="1">
              <a:lnSpc>
                <a:spcPct val="100000"/>
              </a:lnSpc>
              <a:spcBef>
                <a:spcPct val="20000"/>
              </a:spcBef>
              <a:spcAft>
                <a:spcPct val="0"/>
              </a:spcAft>
              <a:buSzPct val="100000"/>
              <a:buFont typeface="Arial" charset="0"/>
              <a:buChar char="–"/>
              <a:defRPr sz="2000" b="0" i="0" u="none" baseline="0">
                <a:solidFill>
                  <a:schemeClr val="dk1"/>
                </a:solidFill>
                <a:latin typeface="Calibri" pitchFamily="34" charset="0"/>
                <a:sym typeface="Arial" charset="0"/>
              </a:defRPr>
            </a:lvl4pPr>
            <a:lvl5pPr marL="2057400" indent="-228600" algn="l" rtl="0" fontAlgn="base" latinLnBrk="1">
              <a:lnSpc>
                <a:spcPct val="100000"/>
              </a:lnSpc>
              <a:spcBef>
                <a:spcPct val="20000"/>
              </a:spcBef>
              <a:spcAft>
                <a:spcPct val="0"/>
              </a:spcAft>
              <a:buSzPct val="100000"/>
              <a:buFont typeface="Arial" charset="0"/>
              <a:buChar char="»"/>
              <a:defRPr sz="2000" b="0" i="0" u="none" baseline="0">
                <a:solidFill>
                  <a:schemeClr val="dk1"/>
                </a:solidFill>
                <a:latin typeface="Calibri" pitchFamily="34" charset="0"/>
                <a:sym typeface="Arial" charset="0"/>
              </a:defRPr>
            </a:lvl5pPr>
          </a:lstStyle>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p:txBody>
      </p:sp>
      <p:sp>
        <p:nvSpPr>
          <p:cNvPr id="1048649" name="Title 6"/>
          <p:cNvSpPr>
            <a:spLocks noGrp="1"/>
          </p:cNvSpPr>
          <p:nvPr>
            <p:ph type="title"/>
          </p:nvPr>
        </p:nvSpPr>
        <p:spPr>
          <a:xfrm>
            <a:off x="457200" y="0"/>
            <a:ext cx="8229600" cy="1219200"/>
          </a:xfrm>
          <a:prstGeom prst="rect">
            <a:avLst/>
          </a:prstGeom>
          <a:noFill/>
          <a:ln>
            <a:noFill/>
          </a:ln>
        </p:spPr>
        <p:txBody>
          <a:bodyPr vert="horz" lIns="91440" tIns="45720" rIns="91440" bIns="45720" anchor="ctr"/>
          <a:lstStyle>
            <a:lvl1pPr marL="0" indent="0" algn="ctr" rtl="0" fontAlgn="base" latinLnBrk="1">
              <a:lnSpc>
                <a:spcPct val="100000"/>
              </a:lnSpc>
              <a:spcBef>
                <a:spcPct val="0"/>
              </a:spcBef>
              <a:spcAft>
                <a:spcPct val="0"/>
              </a:spcAft>
              <a:buFontTx/>
              <a:buNone/>
              <a:defRPr sz="4400" b="0" i="0" u="none" baseline="0">
                <a:solidFill>
                  <a:schemeClr val="dk1"/>
                </a:solidFill>
                <a:latin typeface="Calibri" pitchFamily="34" charset="0"/>
                <a:sym typeface="Arial" charset="0"/>
              </a:defRPr>
            </a:lvl1pPr>
          </a:lstStyle>
          <a:p>
            <a:pPr lvl="0"/>
            <a:r>
              <a:rPr lang="en-US" altLang="en-US" sz="4000" b="1" i="1">
                <a:solidFill>
                  <a:srgbClr val="FF0000"/>
                </a:solidFill>
                <a:latin typeface="Times New Roman" pitchFamily="18" charset="0"/>
                <a:ea typeface="Times New Roman" pitchFamily="18" charset="0"/>
              </a:rPr>
              <a:t> </a:t>
            </a:r>
            <a:r>
              <a:rPr lang="en-US" altLang="en-US" sz="4000" b="1">
                <a:solidFill>
                  <a:srgbClr val="FF0000"/>
                </a:solidFill>
                <a:latin typeface="Times New Roman" pitchFamily="18" charset="0"/>
                <a:ea typeface="Cambria" pitchFamily="18" charset="0"/>
              </a:rPr>
              <a:t>Literature Survey</a:t>
            </a:r>
          </a:p>
        </p:txBody>
      </p:sp>
      <p:graphicFrame>
        <p:nvGraphicFramePr>
          <p:cNvPr id="4194315" name="Table 4194314"/>
          <p:cNvGraphicFramePr>
            <a:graphicFrameLocks/>
          </p:cNvGraphicFramePr>
          <p:nvPr/>
        </p:nvGraphicFramePr>
        <p:xfrm>
          <a:off x="381000" y="1219200"/>
          <a:ext cx="8381998" cy="5373064"/>
        </p:xfrm>
        <a:graphic>
          <a:graphicData uri="http://schemas.openxmlformats.org/drawingml/2006/table">
            <a:tbl>
              <a:tblPr/>
              <a:tblGrid>
                <a:gridCol w="1827212">
                  <a:extLst>
                    <a:ext uri="{9D8B030D-6E8A-4147-A177-3AD203B41FA5}">
                      <a16:colId xmlns="" xmlns:a16="http://schemas.microsoft.com/office/drawing/2014/main" val="20000"/>
                    </a:ext>
                  </a:extLst>
                </a:gridCol>
                <a:gridCol w="1512887">
                  <a:extLst>
                    <a:ext uri="{9D8B030D-6E8A-4147-A177-3AD203B41FA5}">
                      <a16:colId xmlns="" xmlns:a16="http://schemas.microsoft.com/office/drawing/2014/main" val="20001"/>
                    </a:ext>
                  </a:extLst>
                </a:gridCol>
                <a:gridCol w="1512887">
                  <a:extLst>
                    <a:ext uri="{9D8B030D-6E8A-4147-A177-3AD203B41FA5}">
                      <a16:colId xmlns="" xmlns:a16="http://schemas.microsoft.com/office/drawing/2014/main" val="20002"/>
                    </a:ext>
                  </a:extLst>
                </a:gridCol>
                <a:gridCol w="3529012">
                  <a:extLst>
                    <a:ext uri="{9D8B030D-6E8A-4147-A177-3AD203B41FA5}">
                      <a16:colId xmlns="" xmlns:a16="http://schemas.microsoft.com/office/drawing/2014/main" val="20003"/>
                    </a:ext>
                  </a:extLst>
                </a:gridCol>
              </a:tblGrid>
              <a:tr h="1441150">
                <a:tc>
                  <a:txBody>
                    <a:bodyPr/>
                    <a:lstStyle/>
                    <a:p>
                      <a:pPr lvl="0" algn="ctr" eaLnBrk="1" latinLnBrk="1" hangingPunct="1"/>
                      <a:r>
                        <a:rPr lang="en-US" altLang="en-US" sz="2000" b="1" dirty="0">
                          <a:solidFill>
                            <a:srgbClr val="00B050"/>
                          </a:solidFill>
                          <a:latin typeface="Times New Roman" pitchFamily="18" charset="0"/>
                          <a:ea typeface="Times New Roman" pitchFamily="18" charset="0"/>
                        </a:rPr>
                        <a:t>TITLE</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a:solidFill>
                            <a:srgbClr val="00B050"/>
                          </a:solidFill>
                          <a:latin typeface="Times New Roman" pitchFamily="18" charset="0"/>
                          <a:ea typeface="Times New Roman" pitchFamily="18" charset="0"/>
                        </a:rPr>
                        <a:t>AUTHOR </a:t>
                      </a:r>
                    </a:p>
                    <a:p>
                      <a:pPr lvl="0" algn="ctr" eaLnBrk="1" latinLnBrk="1" hangingPunct="1"/>
                      <a:r>
                        <a:rPr lang="en-US" altLang="en-US" sz="2000" b="1">
                          <a:solidFill>
                            <a:srgbClr val="00B050"/>
                          </a:solidFill>
                          <a:latin typeface="Times New Roman" pitchFamily="18" charset="0"/>
                          <a:ea typeface="Times New Roman" pitchFamily="18" charset="0"/>
                        </a:rPr>
                        <a:t>&amp;</a:t>
                      </a:r>
                    </a:p>
                    <a:p>
                      <a:pPr lvl="0" algn="ctr" eaLnBrk="1" latinLnBrk="1" hangingPunct="1"/>
                      <a:r>
                        <a:rPr lang="en-US" altLang="en-US" sz="2000" b="1">
                          <a:solidFill>
                            <a:srgbClr val="00B050"/>
                          </a:solidFill>
                          <a:latin typeface="Times New Roman" pitchFamily="18" charset="0"/>
                          <a:ea typeface="Times New Roman" pitchFamily="18" charset="0"/>
                        </a:rPr>
                        <a:t> YEAR</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a:solidFill>
                            <a:srgbClr val="00B050"/>
                          </a:solidFill>
                          <a:latin typeface="Times New Roman" pitchFamily="18" charset="0"/>
                          <a:ea typeface="Times New Roman" pitchFamily="18" charset="0"/>
                        </a:rPr>
                        <a:t>JOURNAL NAME</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a:solidFill>
                            <a:srgbClr val="00B050"/>
                          </a:solidFill>
                          <a:latin typeface="Times New Roman" pitchFamily="18" charset="0"/>
                          <a:ea typeface="Times New Roman" pitchFamily="18" charset="0"/>
                        </a:rPr>
                        <a:t>REMARKS</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extLst>
                  <a:ext uri="{0D108BD9-81ED-4DB2-BD59-A6C34878D82A}">
                    <a16:rowId xmlns="" xmlns:a16="http://schemas.microsoft.com/office/drawing/2014/main" val="10000"/>
                  </a:ext>
                </a:extLst>
              </a:tr>
              <a:tr h="366425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en-US" smtClean="0">
                          <a:latin typeface="Times New Roman" pitchFamily="18" charset="0"/>
                          <a:ea typeface="Times New Roman" pitchFamily="18" charset="0"/>
                        </a:rPr>
                        <a:t>An Integrated             System for Smart Industrial               Monitoring               System in the     Context of          Hazards Based   on the    Internet of Things</a:t>
                      </a:r>
                      <a:endParaRPr lang="en-GB" altLang="en-US" smtClean="0">
                        <a:latin typeface="Times New Roman" pitchFamily="18" charset="0"/>
                        <a:ea typeface="Times New Roman" pitchFamily="18" charset="0"/>
                      </a:endParaRPr>
                    </a:p>
                    <a:p>
                      <a:pPr lvl="0" algn="ctr" eaLnBrk="1" latinLnBrk="1" hangingPunct="1"/>
                      <a:endParaRPr lang="en-GB" altLang="en-US" dirty="0">
                        <a:latin typeface="Times New Roman" pitchFamily="18" charset="0"/>
                        <a:ea typeface="Times New Roman" pitchFamily="18" charset="0"/>
                      </a:endParaRP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GB" altLang="en-US" dirty="0" err="1" smtClean="0">
                          <a:latin typeface="Times New Roman" pitchFamily="18" charset="0"/>
                          <a:ea typeface="Times New Roman" pitchFamily="18" charset="0"/>
                        </a:rPr>
                        <a:t>Neelam</a:t>
                      </a:r>
                      <a:r>
                        <a:rPr lang="en-GB" altLang="en-US" dirty="0" smtClean="0">
                          <a:latin typeface="Times New Roman" pitchFamily="18" charset="0"/>
                          <a:ea typeface="Times New Roman" pitchFamily="18" charset="0"/>
                        </a:rPr>
                        <a:t>          </a:t>
                      </a:r>
                      <a:r>
                        <a:rPr lang="en-GB" altLang="en-US" dirty="0" err="1" smtClean="0">
                          <a:latin typeface="Times New Roman" pitchFamily="18" charset="0"/>
                          <a:ea typeface="Times New Roman" pitchFamily="18" charset="0"/>
                        </a:rPr>
                        <a:t>sanjeev</a:t>
                      </a:r>
                      <a:r>
                        <a:rPr lang="en-GB" altLang="en-US" dirty="0" smtClean="0">
                          <a:latin typeface="Times New Roman" pitchFamily="18" charset="0"/>
                          <a:ea typeface="Times New Roman" pitchFamily="18" charset="0"/>
                        </a:rPr>
                        <a:t> </a:t>
                      </a:r>
                      <a:r>
                        <a:rPr lang="en-GB" altLang="en-US" dirty="0" err="1" smtClean="0">
                          <a:latin typeface="Times New Roman" pitchFamily="18" charset="0"/>
                          <a:ea typeface="Times New Roman" pitchFamily="18" charset="0"/>
                        </a:rPr>
                        <a:t>kumar</a:t>
                      </a:r>
                      <a:r>
                        <a:rPr lang="en-GB" altLang="en-US" dirty="0" smtClean="0">
                          <a:latin typeface="Times New Roman" pitchFamily="18" charset="0"/>
                          <a:ea typeface="Times New Roman" pitchFamily="18" charset="0"/>
                        </a:rPr>
                        <a:t> &amp;2021</a:t>
                      </a:r>
                    </a:p>
                    <a:p>
                      <a:pPr lvl="0" algn="ctr" eaLnBrk="1" latinLnBrk="1" hangingPunct="1"/>
                      <a:endParaRPr lang="en-GB" altLang="en-US" dirty="0">
                        <a:latin typeface="Times New Roman" pitchFamily="18" charset="0"/>
                        <a:ea typeface="Times New Roman" pitchFamily="18" charset="0"/>
                      </a:endParaRP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dirty="0" smtClean="0">
                          <a:latin typeface="Calibri" pitchFamily="34" charset="0"/>
                        </a:rPr>
                        <a:t>IJSSE Journal</a:t>
                      </a:r>
                      <a:endParaRPr lang="en-US" altLang="en-US" dirty="0">
                        <a:latin typeface="Calibri" pitchFamily="34" charset="0"/>
                      </a:endParaRP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en-US" sz="1800" b="0" dirty="0" smtClean="0">
                          <a:solidFill>
                            <a:schemeClr val="dk1"/>
                          </a:solidFill>
                          <a:latin typeface="Times New Roman" pitchFamily="18" charset="0"/>
                          <a:ea typeface="Times New Roman" pitchFamily="18" charset="0"/>
                        </a:rPr>
                        <a:t>A huge unexpected upheaval, a </a:t>
                      </a:r>
                      <a:r>
                        <a:rPr lang="en-US" altLang="en-US" sz="1800" b="0" dirty="0" err="1" smtClean="0">
                          <a:solidFill>
                            <a:schemeClr val="dk1"/>
                          </a:solidFill>
                          <a:latin typeface="Times New Roman" pitchFamily="18" charset="0"/>
                          <a:ea typeface="Times New Roman" pitchFamily="18" charset="0"/>
                        </a:rPr>
                        <a:t>blastor</a:t>
                      </a:r>
                      <a:r>
                        <a:rPr lang="en-US" altLang="en-US" sz="1800" b="0" dirty="0" smtClean="0">
                          <a:solidFill>
                            <a:schemeClr val="dk1"/>
                          </a:solidFill>
                          <a:latin typeface="Times New Roman" pitchFamily="18" charset="0"/>
                          <a:ea typeface="Times New Roman" pitchFamily="18" charset="0"/>
                        </a:rPr>
                        <a:t> the emanation of any lethal gas because of mishaps, inadequacy or simple carelessness by industry authorities, has brought about innumerable passing’s, wounds and caused huge harms, upsetting the lives of the sufferers' as well as the ages to come. To stay away from any potential debacle of this greatness, this task proposes a modern checking framework dependent on the Internet of Things (</a:t>
                      </a:r>
                      <a:r>
                        <a:rPr lang="en-US" altLang="en-US" sz="1800" b="0" dirty="0" err="1" smtClean="0">
                          <a:solidFill>
                            <a:schemeClr val="dk1"/>
                          </a:solidFill>
                          <a:latin typeface="Times New Roman" pitchFamily="18" charset="0"/>
                          <a:ea typeface="Times New Roman" pitchFamily="18" charset="0"/>
                        </a:rPr>
                        <a:t>IoT</a:t>
                      </a:r>
                      <a:r>
                        <a:rPr lang="en-US" altLang="en-US" sz="1800" b="0" dirty="0" smtClean="0">
                          <a:solidFill>
                            <a:schemeClr val="dk1"/>
                          </a:solidFill>
                          <a:latin typeface="Times New Roman" pitchFamily="18" charset="0"/>
                          <a:ea typeface="Times New Roman" pitchFamily="18" charset="0"/>
                        </a:rPr>
                        <a:t>). </a:t>
                      </a:r>
                      <a:endParaRPr lang="en-GB" altLang="en-US" sz="1800" b="0" dirty="0" smtClean="0">
                        <a:solidFill>
                          <a:schemeClr val="dk1"/>
                        </a:solidFill>
                        <a:latin typeface="Times New Roman" pitchFamily="18" charset="0"/>
                        <a:ea typeface="Times New Roman" pitchFamily="18" charset="0"/>
                      </a:endParaRPr>
                    </a:p>
                    <a:p>
                      <a:pPr lvl="0" algn="just" eaLnBrk="1" latinLnBrk="1" hangingPunct="1"/>
                      <a:endParaRPr lang="en-GB" altLang="en-US" sz="1800" b="0" dirty="0">
                        <a:solidFill>
                          <a:schemeClr val="dk1"/>
                        </a:solidFill>
                        <a:latin typeface="Times New Roman" pitchFamily="18" charset="0"/>
                        <a:ea typeface="Times New Roman" pitchFamily="18" charset="0"/>
                      </a:endParaRP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extLst>
                  <a:ext uri="{0D108BD9-81ED-4DB2-BD59-A6C34878D82A}">
                    <a16:rowId xmlns="" xmlns:a16="http://schemas.microsoft.com/office/drawing/2014/main" val="10001"/>
                  </a:ext>
                </a:extLst>
              </a:tr>
            </a:tbl>
          </a:graphicData>
        </a:graphic>
      </p:graphicFrame>
      <p:sp>
        <p:nvSpPr>
          <p:cNvPr id="1048650" name="Slide Number Placeholder 9"/>
          <p:cNvSpPr txBox="1"/>
          <p:nvPr/>
        </p:nvSpPr>
        <p:spPr>
          <a:xfrm>
            <a:off x="6629400" y="6492875"/>
            <a:ext cx="2133600" cy="36512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latinLnBrk="1" hangingPunct="1"/>
            <a:r>
              <a:rPr lang="en-US" altLang="en-US" sz="1200">
                <a:solidFill>
                  <a:srgbClr val="898989"/>
                </a:solidFill>
                <a:latin typeface="Calibri" pitchFamily="34" charset="0"/>
              </a:rPr>
              <a:t>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7" name="Content Placeholder 2"/>
          <p:cNvSpPr>
            <a:spLocks noGrp="1"/>
          </p:cNvSpPr>
          <p:nvPr>
            <p:ph idx="1"/>
          </p:nvPr>
        </p:nvSpPr>
        <p:spPr>
          <a:xfrm>
            <a:off x="457200" y="1143000"/>
            <a:ext cx="8686800" cy="5715000"/>
          </a:xfrm>
          <a:prstGeom prst="rect">
            <a:avLst/>
          </a:prstGeom>
          <a:noFill/>
          <a:ln>
            <a:noFill/>
          </a:ln>
        </p:spPr>
        <p:txBody>
          <a:bodyPr vert="horz" lIns="91440" tIns="45720" rIns="91440" bIns="45720" anchor="t"/>
          <a:lstStyle>
            <a:lvl1pPr marL="342900" indent="-342900" algn="l" rtl="0" fontAlgn="base" latinLnBrk="1">
              <a:lnSpc>
                <a:spcPct val="100000"/>
              </a:lnSpc>
              <a:spcBef>
                <a:spcPct val="20000"/>
              </a:spcBef>
              <a:spcAft>
                <a:spcPct val="0"/>
              </a:spcAft>
              <a:buSzPct val="100000"/>
              <a:buFont typeface="Arial" charset="0"/>
              <a:buChar char="•"/>
              <a:defRPr sz="3200" b="0" i="0" u="none" baseline="0">
                <a:solidFill>
                  <a:schemeClr val="dk1"/>
                </a:solidFill>
                <a:latin typeface="Calibri" pitchFamily="34" charset="0"/>
                <a:sym typeface="Arial" charset="0"/>
              </a:defRPr>
            </a:lvl1pPr>
            <a:lvl2pPr marL="742950" indent="-285750" algn="l" rtl="0" fontAlgn="base" latinLnBrk="1">
              <a:lnSpc>
                <a:spcPct val="100000"/>
              </a:lnSpc>
              <a:spcBef>
                <a:spcPct val="20000"/>
              </a:spcBef>
              <a:spcAft>
                <a:spcPct val="0"/>
              </a:spcAft>
              <a:buSzPct val="100000"/>
              <a:buFont typeface="Arial" charset="0"/>
              <a:buChar char="–"/>
              <a:defRPr sz="2800" b="0" i="0" u="none" baseline="0">
                <a:solidFill>
                  <a:schemeClr val="dk1"/>
                </a:solidFill>
                <a:latin typeface="Calibri" pitchFamily="34" charset="0"/>
                <a:sym typeface="Arial" charset="0"/>
              </a:defRPr>
            </a:lvl2pPr>
            <a:lvl3pPr marL="1143000" indent="-228600" algn="l" rtl="0" fontAlgn="base" latinLnBrk="1">
              <a:lnSpc>
                <a:spcPct val="100000"/>
              </a:lnSpc>
              <a:spcBef>
                <a:spcPct val="20000"/>
              </a:spcBef>
              <a:spcAft>
                <a:spcPct val="0"/>
              </a:spcAft>
              <a:buSzPct val="100000"/>
              <a:buFont typeface="Arial" charset="0"/>
              <a:buChar char="•"/>
              <a:defRPr sz="2400" b="0" i="0" u="none" baseline="0">
                <a:solidFill>
                  <a:schemeClr val="dk1"/>
                </a:solidFill>
                <a:latin typeface="Calibri" pitchFamily="34" charset="0"/>
                <a:sym typeface="Arial" charset="0"/>
              </a:defRPr>
            </a:lvl3pPr>
            <a:lvl4pPr marL="1600200" indent="-228600" algn="l" rtl="0" fontAlgn="base" latinLnBrk="1">
              <a:lnSpc>
                <a:spcPct val="100000"/>
              </a:lnSpc>
              <a:spcBef>
                <a:spcPct val="20000"/>
              </a:spcBef>
              <a:spcAft>
                <a:spcPct val="0"/>
              </a:spcAft>
              <a:buSzPct val="100000"/>
              <a:buFont typeface="Arial" charset="0"/>
              <a:buChar char="–"/>
              <a:defRPr sz="2000" b="0" i="0" u="none" baseline="0">
                <a:solidFill>
                  <a:schemeClr val="dk1"/>
                </a:solidFill>
                <a:latin typeface="Calibri" pitchFamily="34" charset="0"/>
                <a:sym typeface="Arial" charset="0"/>
              </a:defRPr>
            </a:lvl4pPr>
            <a:lvl5pPr marL="2057400" indent="-228600" algn="l" rtl="0" fontAlgn="base" latinLnBrk="1">
              <a:lnSpc>
                <a:spcPct val="100000"/>
              </a:lnSpc>
              <a:spcBef>
                <a:spcPct val="20000"/>
              </a:spcBef>
              <a:spcAft>
                <a:spcPct val="0"/>
              </a:spcAft>
              <a:buSzPct val="100000"/>
              <a:buFont typeface="Arial" charset="0"/>
              <a:buChar char="»"/>
              <a:defRPr sz="2000" b="0" i="0" u="none" baseline="0">
                <a:solidFill>
                  <a:schemeClr val="dk1"/>
                </a:solidFill>
                <a:latin typeface="Calibri" pitchFamily="34" charset="0"/>
                <a:sym typeface="Arial" charset="0"/>
              </a:defRPr>
            </a:lvl5pPr>
          </a:lstStyle>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a:p>
            <a:pPr lvl="0" algn="just" eaLnBrk="1" latinLnBrk="1" hangingPunct="1">
              <a:lnSpc>
                <a:spcPct val="160000"/>
              </a:lnSpc>
              <a:buNone/>
            </a:pPr>
            <a:endParaRPr lang="en-US" altLang="en-US" sz="2000" b="1">
              <a:solidFill>
                <a:srgbClr val="002060"/>
              </a:solidFill>
              <a:latin typeface="Times New Roman" pitchFamily="18" charset="0"/>
              <a:ea typeface="Times New Roman" pitchFamily="18" charset="0"/>
            </a:endParaRPr>
          </a:p>
        </p:txBody>
      </p:sp>
      <p:sp>
        <p:nvSpPr>
          <p:cNvPr id="1048649" name="Title 6"/>
          <p:cNvSpPr>
            <a:spLocks noGrp="1"/>
          </p:cNvSpPr>
          <p:nvPr>
            <p:ph type="title"/>
          </p:nvPr>
        </p:nvSpPr>
        <p:spPr>
          <a:xfrm>
            <a:off x="457200" y="0"/>
            <a:ext cx="8229600" cy="1219200"/>
          </a:xfrm>
          <a:prstGeom prst="rect">
            <a:avLst/>
          </a:prstGeom>
          <a:noFill/>
          <a:ln>
            <a:noFill/>
          </a:ln>
        </p:spPr>
        <p:txBody>
          <a:bodyPr vert="horz" lIns="91440" tIns="45720" rIns="91440" bIns="45720" anchor="ctr"/>
          <a:lstStyle>
            <a:lvl1pPr marL="0" indent="0" algn="ctr" rtl="0" fontAlgn="base" latinLnBrk="1">
              <a:lnSpc>
                <a:spcPct val="100000"/>
              </a:lnSpc>
              <a:spcBef>
                <a:spcPct val="0"/>
              </a:spcBef>
              <a:spcAft>
                <a:spcPct val="0"/>
              </a:spcAft>
              <a:buFontTx/>
              <a:buNone/>
              <a:defRPr sz="4400" b="0" i="0" u="none" baseline="0">
                <a:solidFill>
                  <a:schemeClr val="dk1"/>
                </a:solidFill>
                <a:latin typeface="Calibri" pitchFamily="34" charset="0"/>
                <a:sym typeface="Arial" charset="0"/>
              </a:defRPr>
            </a:lvl1pPr>
          </a:lstStyle>
          <a:p>
            <a:pPr lvl="0"/>
            <a:r>
              <a:rPr lang="en-US" altLang="en-US" sz="4000" b="1" i="1">
                <a:solidFill>
                  <a:srgbClr val="FF0000"/>
                </a:solidFill>
                <a:latin typeface="Times New Roman" pitchFamily="18" charset="0"/>
                <a:ea typeface="Times New Roman" pitchFamily="18" charset="0"/>
              </a:rPr>
              <a:t> </a:t>
            </a:r>
            <a:r>
              <a:rPr lang="en-US" altLang="en-US" sz="4000" b="1">
                <a:solidFill>
                  <a:srgbClr val="FF0000"/>
                </a:solidFill>
                <a:latin typeface="Times New Roman" pitchFamily="18" charset="0"/>
                <a:ea typeface="Cambria" pitchFamily="18" charset="0"/>
              </a:rPr>
              <a:t>Literature Survey</a:t>
            </a:r>
          </a:p>
        </p:txBody>
      </p:sp>
      <p:graphicFrame>
        <p:nvGraphicFramePr>
          <p:cNvPr id="4194315" name="Table 4194314"/>
          <p:cNvGraphicFramePr>
            <a:graphicFrameLocks/>
          </p:cNvGraphicFramePr>
          <p:nvPr/>
        </p:nvGraphicFramePr>
        <p:xfrm>
          <a:off x="381000" y="1219200"/>
          <a:ext cx="8381998" cy="5373064"/>
        </p:xfrm>
        <a:graphic>
          <a:graphicData uri="http://schemas.openxmlformats.org/drawingml/2006/table">
            <a:tbl>
              <a:tblPr/>
              <a:tblGrid>
                <a:gridCol w="1827212">
                  <a:extLst>
                    <a:ext uri="{9D8B030D-6E8A-4147-A177-3AD203B41FA5}">
                      <a16:colId xmlns="" xmlns:a16="http://schemas.microsoft.com/office/drawing/2014/main" val="20000"/>
                    </a:ext>
                  </a:extLst>
                </a:gridCol>
                <a:gridCol w="1512887">
                  <a:extLst>
                    <a:ext uri="{9D8B030D-6E8A-4147-A177-3AD203B41FA5}">
                      <a16:colId xmlns="" xmlns:a16="http://schemas.microsoft.com/office/drawing/2014/main" val="20001"/>
                    </a:ext>
                  </a:extLst>
                </a:gridCol>
                <a:gridCol w="1512887">
                  <a:extLst>
                    <a:ext uri="{9D8B030D-6E8A-4147-A177-3AD203B41FA5}">
                      <a16:colId xmlns="" xmlns:a16="http://schemas.microsoft.com/office/drawing/2014/main" val="20002"/>
                    </a:ext>
                  </a:extLst>
                </a:gridCol>
                <a:gridCol w="3529012">
                  <a:extLst>
                    <a:ext uri="{9D8B030D-6E8A-4147-A177-3AD203B41FA5}">
                      <a16:colId xmlns="" xmlns:a16="http://schemas.microsoft.com/office/drawing/2014/main" val="20003"/>
                    </a:ext>
                  </a:extLst>
                </a:gridCol>
              </a:tblGrid>
              <a:tr h="1441150">
                <a:tc>
                  <a:txBody>
                    <a:bodyPr/>
                    <a:lstStyle/>
                    <a:p>
                      <a:pPr lvl="0" algn="ctr" eaLnBrk="1" latinLnBrk="1" hangingPunct="1"/>
                      <a:r>
                        <a:rPr lang="en-US" altLang="en-US" sz="2000" b="1" dirty="0">
                          <a:solidFill>
                            <a:srgbClr val="00B050"/>
                          </a:solidFill>
                          <a:latin typeface="Times New Roman" pitchFamily="18" charset="0"/>
                          <a:ea typeface="Times New Roman" pitchFamily="18" charset="0"/>
                        </a:rPr>
                        <a:t>TITLE</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a:solidFill>
                            <a:srgbClr val="00B050"/>
                          </a:solidFill>
                          <a:latin typeface="Times New Roman" pitchFamily="18" charset="0"/>
                          <a:ea typeface="Times New Roman" pitchFamily="18" charset="0"/>
                        </a:rPr>
                        <a:t>AUTHOR </a:t>
                      </a:r>
                    </a:p>
                    <a:p>
                      <a:pPr lvl="0" algn="ctr" eaLnBrk="1" latinLnBrk="1" hangingPunct="1"/>
                      <a:r>
                        <a:rPr lang="en-US" altLang="en-US" sz="2000" b="1">
                          <a:solidFill>
                            <a:srgbClr val="00B050"/>
                          </a:solidFill>
                          <a:latin typeface="Times New Roman" pitchFamily="18" charset="0"/>
                          <a:ea typeface="Times New Roman" pitchFamily="18" charset="0"/>
                        </a:rPr>
                        <a:t>&amp;</a:t>
                      </a:r>
                    </a:p>
                    <a:p>
                      <a:pPr lvl="0" algn="ctr" eaLnBrk="1" latinLnBrk="1" hangingPunct="1"/>
                      <a:r>
                        <a:rPr lang="en-US" altLang="en-US" sz="2000" b="1">
                          <a:solidFill>
                            <a:srgbClr val="00B050"/>
                          </a:solidFill>
                          <a:latin typeface="Times New Roman" pitchFamily="18" charset="0"/>
                          <a:ea typeface="Times New Roman" pitchFamily="18" charset="0"/>
                        </a:rPr>
                        <a:t> YEAR</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a:solidFill>
                            <a:srgbClr val="00B050"/>
                          </a:solidFill>
                          <a:latin typeface="Times New Roman" pitchFamily="18" charset="0"/>
                          <a:ea typeface="Times New Roman" pitchFamily="18" charset="0"/>
                        </a:rPr>
                        <a:t>JOURNAL NAME</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sz="2000" b="1">
                          <a:solidFill>
                            <a:srgbClr val="00B050"/>
                          </a:solidFill>
                          <a:latin typeface="Times New Roman" pitchFamily="18" charset="0"/>
                          <a:ea typeface="Times New Roman" pitchFamily="18" charset="0"/>
                        </a:rPr>
                        <a:t>REMARKS</a:t>
                      </a: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extLst>
                  <a:ext uri="{0D108BD9-81ED-4DB2-BD59-A6C34878D82A}">
                    <a16:rowId xmlns="" xmlns:a16="http://schemas.microsoft.com/office/drawing/2014/main" val="10000"/>
                  </a:ext>
                </a:extLst>
              </a:tr>
              <a:tr h="3664250">
                <a:tc>
                  <a:txBody>
                    <a:bodyPr/>
                    <a:lstStyle/>
                    <a:p>
                      <a:pPr lvl="0" algn="ctr" eaLnBrk="1" latinLnBrk="1" hangingPunct="1"/>
                      <a:r>
                        <a:rPr lang="en-US" dirty="0" smtClean="0"/>
                        <a:t>Embedded </a:t>
                      </a:r>
                      <a:r>
                        <a:rPr lang="en-US" dirty="0" err="1" smtClean="0"/>
                        <a:t>IoT</a:t>
                      </a:r>
                      <a:r>
                        <a:rPr lang="en-US" dirty="0" smtClean="0"/>
                        <a:t>-based Monitoring Utility for Safety Management and Access Control</a:t>
                      </a:r>
                      <a:endParaRPr lang="en-GB" altLang="en-US" dirty="0">
                        <a:latin typeface="Times New Roman" pitchFamily="18" charset="0"/>
                        <a:ea typeface="Times New Roman" pitchFamily="18" charset="0"/>
                      </a:endParaRP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endParaRPr lang="en-US" sz="1800" kern="1200" baseline="0" dirty="0" smtClean="0">
                        <a:solidFill>
                          <a:schemeClr val="tx1"/>
                        </a:solidFill>
                        <a:latin typeface="+mn-lt"/>
                        <a:ea typeface="+mn-ea"/>
                        <a:cs typeface="+mn-cs"/>
                      </a:endParaRPr>
                    </a:p>
                    <a:p>
                      <a:r>
                        <a:rPr lang="en-US" sz="1800" kern="1200" baseline="0" dirty="0" smtClean="0">
                          <a:solidFill>
                            <a:schemeClr val="tx1"/>
                          </a:solidFill>
                          <a:latin typeface="+mn-lt"/>
                          <a:ea typeface="+mn-ea"/>
                          <a:cs typeface="+mn-cs"/>
                        </a:rPr>
                        <a:t> </a:t>
                      </a:r>
                      <a:r>
                        <a:rPr lang="en-US" sz="1800" b="1" kern="1200" baseline="0" dirty="0" err="1" smtClean="0">
                          <a:solidFill>
                            <a:schemeClr val="tx1"/>
                          </a:solidFill>
                          <a:latin typeface="+mn-lt"/>
                          <a:ea typeface="+mn-ea"/>
                          <a:cs typeface="+mn-cs"/>
                        </a:rPr>
                        <a:t>Ugwechi</a:t>
                      </a:r>
                      <a:r>
                        <a:rPr lang="en-US" sz="1800" b="1" kern="1200" baseline="0" dirty="0" smtClean="0">
                          <a:solidFill>
                            <a:schemeClr val="tx1"/>
                          </a:solidFill>
                          <a:latin typeface="+mn-lt"/>
                          <a:ea typeface="+mn-ea"/>
                          <a:cs typeface="+mn-cs"/>
                        </a:rPr>
                        <a:t> </a:t>
                      </a:r>
                      <a:r>
                        <a:rPr lang="en-US" sz="1800" b="1" kern="1200" baseline="0" dirty="0" err="1" smtClean="0">
                          <a:solidFill>
                            <a:schemeClr val="tx1"/>
                          </a:solidFill>
                          <a:latin typeface="+mn-lt"/>
                          <a:ea typeface="+mn-ea"/>
                          <a:cs typeface="+mn-cs"/>
                        </a:rPr>
                        <a:t>Wejie-Okachi,etal</a:t>
                      </a:r>
                      <a:r>
                        <a:rPr lang="en-US" sz="1800" b="1" kern="1200" baseline="0" dirty="0" smtClean="0">
                          <a:solidFill>
                            <a:schemeClr val="tx1"/>
                          </a:solidFill>
                          <a:latin typeface="+mn-lt"/>
                          <a:ea typeface="+mn-ea"/>
                          <a:cs typeface="+mn-cs"/>
                        </a:rPr>
                        <a:t>, 2021 	</a:t>
                      </a:r>
                    </a:p>
                    <a:p>
                      <a:pPr lvl="0" algn="ctr" eaLnBrk="1" latinLnBrk="1" hangingPunct="1"/>
                      <a:endParaRPr lang="en-GB" altLang="en-US" dirty="0">
                        <a:latin typeface="Times New Roman" pitchFamily="18" charset="0"/>
                        <a:ea typeface="Times New Roman" pitchFamily="18" charset="0"/>
                      </a:endParaRP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pPr lvl="0" algn="ctr" eaLnBrk="1" latinLnBrk="1" hangingPunct="1"/>
                      <a:r>
                        <a:rPr lang="en-US" altLang="en-US" dirty="0" smtClean="0">
                          <a:latin typeface="Calibri" pitchFamily="34" charset="0"/>
                        </a:rPr>
                        <a:t>IJECCE Journal</a:t>
                      </a:r>
                      <a:endParaRPr lang="en-US" altLang="en-US" dirty="0">
                        <a:latin typeface="Calibri" pitchFamily="34" charset="0"/>
                      </a:endParaRP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tc>
                  <a:txBody>
                    <a:bodyPr/>
                    <a:lstStyle/>
                    <a:p>
                      <a:r>
                        <a:rPr lang="en-US" sz="1800" kern="1200" baseline="0" dirty="0" smtClean="0">
                          <a:solidFill>
                            <a:schemeClr val="tx1"/>
                          </a:solidFill>
                          <a:latin typeface="+mn-lt"/>
                          <a:ea typeface="+mn-ea"/>
                          <a:cs typeface="+mn-cs"/>
                        </a:rPr>
                        <a:t> </a:t>
                      </a:r>
                      <a:r>
                        <a:rPr lang="en-US" sz="1800" b="1" kern="1200" baseline="0" dirty="0" smtClean="0">
                          <a:solidFill>
                            <a:schemeClr val="tx1"/>
                          </a:solidFill>
                          <a:latin typeface="+mn-lt"/>
                          <a:ea typeface="+mn-ea"/>
                          <a:cs typeface="+mn-cs"/>
                        </a:rPr>
                        <a:t>In an industrial workplace, the safety of human lives and properties are key functions of the Health, Safety and Environment (HSE) department. In this work, an industrial automation monitoring system based on </a:t>
                      </a:r>
                      <a:r>
                        <a:rPr lang="en-US" sz="1800" b="1" kern="1200" baseline="0" dirty="0" err="1" smtClean="0">
                          <a:solidFill>
                            <a:schemeClr val="tx1"/>
                          </a:solidFill>
                          <a:latin typeface="+mn-lt"/>
                          <a:ea typeface="+mn-ea"/>
                          <a:cs typeface="+mn-cs"/>
                        </a:rPr>
                        <a:t>IoT</a:t>
                      </a:r>
                      <a:r>
                        <a:rPr lang="en-US" sz="1800" b="1" kern="1200" baseline="0" dirty="0" smtClean="0">
                          <a:solidFill>
                            <a:schemeClr val="tx1"/>
                          </a:solidFill>
                          <a:latin typeface="+mn-lt"/>
                          <a:ea typeface="+mn-ea"/>
                          <a:cs typeface="+mn-cs"/>
                        </a:rPr>
                        <a:t> was designed and implemented to assist in access control and safety management in a storage facility of an Industrial plant. The monitoring utility detects the alcohol levels of employees before they enter the facility. </a:t>
                      </a:r>
                      <a:endParaRPr lang="en-GB" altLang="en-US" sz="1800" b="0" dirty="0">
                        <a:solidFill>
                          <a:schemeClr val="dk1"/>
                        </a:solidFill>
                        <a:latin typeface="Times New Roman" pitchFamily="18" charset="0"/>
                        <a:ea typeface="Times New Roman" pitchFamily="18" charset="0"/>
                      </a:endParaRPr>
                    </a:p>
                  </a:txBody>
                  <a:tcPr marT="45717" marB="45717" anchor="ctr">
                    <a:lnL w="12700" cap="flat" cmpd="sng">
                      <a:solidFill>
                        <a:schemeClr val="dk1">
                          <a:alpha val="100000"/>
                        </a:schemeClr>
                      </a:solidFill>
                      <a:prstDash val="solid"/>
                      <a:round/>
                    </a:lnL>
                    <a:lnR w="12700" cap="flat" cmpd="sng">
                      <a:solidFill>
                        <a:schemeClr val="dk1">
                          <a:alpha val="100000"/>
                        </a:schemeClr>
                      </a:solidFill>
                      <a:prstDash val="solid"/>
                      <a:round/>
                    </a:lnR>
                    <a:lnT w="12700" cap="flat" cmpd="sng">
                      <a:solidFill>
                        <a:schemeClr val="dk1">
                          <a:alpha val="100000"/>
                        </a:schemeClr>
                      </a:solidFill>
                      <a:prstDash val="solid"/>
                      <a:round/>
                    </a:lnT>
                    <a:lnB w="12700" cap="flat" cmpd="sng">
                      <a:solidFill>
                        <a:schemeClr val="dk1">
                          <a:alpha val="100000"/>
                        </a:schemeClr>
                      </a:solidFill>
                      <a:prstDash val="solid"/>
                      <a:round/>
                    </a:lnB>
                    <a:noFill/>
                  </a:tcPr>
                </a:tc>
                <a:extLst>
                  <a:ext uri="{0D108BD9-81ED-4DB2-BD59-A6C34878D82A}">
                    <a16:rowId xmlns="" xmlns:a16="http://schemas.microsoft.com/office/drawing/2014/main" val="10001"/>
                  </a:ext>
                </a:extLst>
              </a:tr>
            </a:tbl>
          </a:graphicData>
        </a:graphic>
      </p:graphicFrame>
      <p:sp>
        <p:nvSpPr>
          <p:cNvPr id="1048650" name="Slide Number Placeholder 9"/>
          <p:cNvSpPr txBox="1"/>
          <p:nvPr/>
        </p:nvSpPr>
        <p:spPr>
          <a:xfrm>
            <a:off x="6629400" y="6492875"/>
            <a:ext cx="2133600" cy="36512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latinLnBrk="1" hangingPunct="1"/>
            <a:r>
              <a:rPr lang="en-US" altLang="en-US" sz="1200">
                <a:solidFill>
                  <a:srgbClr val="898989"/>
                </a:solidFill>
                <a:latin typeface="Calibri" pitchFamily="34" charset="0"/>
              </a:rPr>
              <a:t>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3" name="Content Placeholder 2"/>
          <p:cNvSpPr>
            <a:spLocks noGrp="1"/>
          </p:cNvSpPr>
          <p:nvPr>
            <p:ph idx="1"/>
          </p:nvPr>
        </p:nvSpPr>
        <p:spPr>
          <a:xfrm>
            <a:off x="533400" y="1981200"/>
            <a:ext cx="8229600" cy="1066800"/>
          </a:xfrm>
          <a:prstGeom prst="rect">
            <a:avLst/>
          </a:prstGeom>
          <a:noFill/>
          <a:ln>
            <a:noFill/>
          </a:ln>
        </p:spPr>
        <p:txBody>
          <a:bodyPr vert="horz" lIns="91440" tIns="45720" rIns="91440" bIns="45720" anchor="t"/>
          <a:lstStyle>
            <a:lvl1pPr marL="342900" indent="-342900" algn="l" rtl="0" fontAlgn="base" latinLnBrk="1">
              <a:lnSpc>
                <a:spcPct val="100000"/>
              </a:lnSpc>
              <a:spcBef>
                <a:spcPct val="20000"/>
              </a:spcBef>
              <a:spcAft>
                <a:spcPct val="0"/>
              </a:spcAft>
              <a:buSzPct val="100000"/>
              <a:buFont typeface="Arial" charset="0"/>
              <a:buChar char="•"/>
              <a:defRPr sz="3200" b="0" i="0" u="none" baseline="0">
                <a:solidFill>
                  <a:schemeClr val="dk1"/>
                </a:solidFill>
                <a:latin typeface="Calibri" pitchFamily="34" charset="0"/>
                <a:sym typeface="Arial" charset="0"/>
              </a:defRPr>
            </a:lvl1pPr>
            <a:lvl2pPr marL="742950" indent="-285750" algn="l" rtl="0" fontAlgn="base" latinLnBrk="1">
              <a:lnSpc>
                <a:spcPct val="100000"/>
              </a:lnSpc>
              <a:spcBef>
                <a:spcPct val="20000"/>
              </a:spcBef>
              <a:spcAft>
                <a:spcPct val="0"/>
              </a:spcAft>
              <a:buSzPct val="100000"/>
              <a:buFont typeface="Arial" charset="0"/>
              <a:buChar char="–"/>
              <a:defRPr sz="2800" b="0" i="0" u="none" baseline="0">
                <a:solidFill>
                  <a:schemeClr val="dk1"/>
                </a:solidFill>
                <a:latin typeface="Calibri" pitchFamily="34" charset="0"/>
                <a:sym typeface="Arial" charset="0"/>
              </a:defRPr>
            </a:lvl2pPr>
            <a:lvl3pPr marL="1143000" indent="-228600" algn="l" rtl="0" fontAlgn="base" latinLnBrk="1">
              <a:lnSpc>
                <a:spcPct val="100000"/>
              </a:lnSpc>
              <a:spcBef>
                <a:spcPct val="20000"/>
              </a:spcBef>
              <a:spcAft>
                <a:spcPct val="0"/>
              </a:spcAft>
              <a:buSzPct val="100000"/>
              <a:buFont typeface="Arial" charset="0"/>
              <a:buChar char="•"/>
              <a:defRPr sz="2400" b="0" i="0" u="none" baseline="0">
                <a:solidFill>
                  <a:schemeClr val="dk1"/>
                </a:solidFill>
                <a:latin typeface="Calibri" pitchFamily="34" charset="0"/>
                <a:sym typeface="Arial" charset="0"/>
              </a:defRPr>
            </a:lvl3pPr>
            <a:lvl4pPr marL="1600200" indent="-228600" algn="l" rtl="0" fontAlgn="base" latinLnBrk="1">
              <a:lnSpc>
                <a:spcPct val="100000"/>
              </a:lnSpc>
              <a:spcBef>
                <a:spcPct val="20000"/>
              </a:spcBef>
              <a:spcAft>
                <a:spcPct val="0"/>
              </a:spcAft>
              <a:buSzPct val="100000"/>
              <a:buFont typeface="Arial" charset="0"/>
              <a:buChar char="–"/>
              <a:defRPr sz="2000" b="0" i="0" u="none" baseline="0">
                <a:solidFill>
                  <a:schemeClr val="dk1"/>
                </a:solidFill>
                <a:latin typeface="Calibri" pitchFamily="34" charset="0"/>
                <a:sym typeface="Arial" charset="0"/>
              </a:defRPr>
            </a:lvl4pPr>
            <a:lvl5pPr marL="2057400" indent="-228600" algn="l" rtl="0" fontAlgn="base" latinLnBrk="1">
              <a:lnSpc>
                <a:spcPct val="100000"/>
              </a:lnSpc>
              <a:spcBef>
                <a:spcPct val="20000"/>
              </a:spcBef>
              <a:spcAft>
                <a:spcPct val="0"/>
              </a:spcAft>
              <a:buSzPct val="100000"/>
              <a:buFont typeface="Arial" charset="0"/>
              <a:buChar char="»"/>
              <a:defRPr sz="2000" b="0" i="0" u="none" baseline="0">
                <a:solidFill>
                  <a:schemeClr val="dk1"/>
                </a:solidFill>
                <a:latin typeface="Calibri" pitchFamily="34" charset="0"/>
                <a:sym typeface="Arial" charset="0"/>
              </a:defRPr>
            </a:lvl5pPr>
          </a:lstStyle>
          <a:p>
            <a:pPr lvl="0" algn="ctr">
              <a:buNone/>
            </a:pPr>
            <a:endParaRPr lang="en-IN" altLang="en-US" sz="6000" dirty="0">
              <a:solidFill>
                <a:srgbClr val="FF0000"/>
              </a:solidFill>
              <a:latin typeface="Times New Roman" pitchFamily="18" charset="0"/>
              <a:ea typeface="Times New Roman" pitchFamily="18" charset="0"/>
            </a:endParaRPr>
          </a:p>
        </p:txBody>
      </p:sp>
      <p:sp>
        <p:nvSpPr>
          <p:cNvPr id="1048674" name="Date Placeholder 3"/>
          <p:cNvSpPr txBox="1"/>
          <p:nvPr/>
        </p:nvSpPr>
        <p:spPr>
          <a:xfrm>
            <a:off x="457200" y="6356350"/>
            <a:ext cx="2133600" cy="36512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latinLnBrk="1" hangingPunct="1"/>
            <a:fld id="{566ABCEB-ACFC-4714-9973-3DA970169C29}" type="datetime1">
              <a:rPr lang="en-US" altLang="en-US" sz="1200">
                <a:solidFill>
                  <a:srgbClr val="898989"/>
                </a:solidFill>
                <a:latin typeface="Calibri" pitchFamily="34" charset="0"/>
              </a:rPr>
              <a:pPr lvl="0" eaLnBrk="1" latinLnBrk="1" hangingPunct="1"/>
              <a:t>10/14/2022</a:t>
            </a:fld>
            <a:endParaRPr lang="en-US" altLang="en-US" sz="1200">
              <a:solidFill>
                <a:srgbClr val="898989"/>
              </a:solidFill>
              <a:latin typeface="Calibri" pitchFamily="34" charset="0"/>
            </a:endParaRPr>
          </a:p>
        </p:txBody>
      </p:sp>
      <p:sp>
        <p:nvSpPr>
          <p:cNvPr id="1048675" name="Slide Number Placeholder 4"/>
          <p:cNvSpPr txBox="1"/>
          <p:nvPr/>
        </p:nvSpPr>
        <p:spPr>
          <a:xfrm>
            <a:off x="6553200" y="6356350"/>
            <a:ext cx="2133600" cy="365125"/>
          </a:xfrm>
          <a:prstGeom prst="rect">
            <a:avLst/>
          </a:prstGeom>
          <a:noFill/>
          <a:ln>
            <a:noFill/>
          </a:ln>
        </p:spPr>
        <p:txBody>
          <a:bodyPr vert="horz" lIns="91440" tIns="45720" rIns="91440" bIns="45720" anchor="ctr"/>
          <a:lstStyle>
            <a:lvl1pPr marL="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fontAlgn="base" latinLnBrk="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latinLnBrk="1" hangingPunct="1"/>
            <a:fld id="{566ABCEB-ACFC-4714-9973-3DA970169C29}" type="slidenum">
              <a:rPr lang="en-US" altLang="en-US" sz="1200">
                <a:solidFill>
                  <a:srgbClr val="898989"/>
                </a:solidFill>
                <a:latin typeface="Calibri" pitchFamily="34" charset="0"/>
              </a:rPr>
              <a:pPr lvl="0" algn="r" eaLnBrk="1" latinLnBrk="1" hangingPunct="1"/>
              <a:t>12</a:t>
            </a:fld>
            <a:endParaRPr lang="en-US" altLang="en-US" sz="1200">
              <a:solidFill>
                <a:srgbClr val="898989"/>
              </a:solidFill>
              <a:latin typeface="Calibri" pitchFamily="34" charset="0"/>
            </a:endParaRPr>
          </a:p>
        </p:txBody>
      </p:sp>
    </p:spTree>
  </p:cSld>
  <p:clrMapOvr>
    <a:masterClrMapping/>
  </p:clrMapOvr>
</p:sld>
</file>

<file path=ppt/theme/theme1.xml><?xml version="1.0" encoding="utf-8"?>
<a:theme xmlns:a="http://schemas.openxmlformats.org/drawingml/2006/main" name="Office 主题">
  <a:themeElements>
    <a:clrScheme name="Default Color Scheme">
      <a:dk1>
        <a:srgbClr val="000000"/>
      </a:dk1>
      <a:lt1>
        <a:srgbClr val="FFFFFF"/>
      </a:lt1>
      <a:dk2>
        <a:srgbClr val="EEECE1"/>
      </a:dk2>
      <a:lt2>
        <a:srgbClr val="1F497D"/>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Color Scheme 1">
        <a:dk1>
          <a:srgbClr val="000000"/>
        </a:dk1>
        <a:lt1>
          <a:srgbClr val="FFFFFF"/>
        </a:lt1>
        <a:dk2>
          <a:srgbClr val="EEECE1"/>
        </a:dk2>
        <a:lt2>
          <a:srgbClr val="1F497D"/>
        </a:lt2>
        <a:accent1>
          <a:srgbClr val="4F81BD"/>
        </a:accent1>
        <a:accent2>
          <a:srgbClr val="C0504D"/>
        </a:accent2>
        <a:accent3>
          <a:srgbClr val="FFFFFF"/>
        </a:accent3>
        <a:accent4>
          <a:srgbClr val="000000"/>
        </a:accent4>
        <a:accent5>
          <a:srgbClr val="B3C1DA"/>
        </a:accent5>
        <a:accent6>
          <a:srgbClr val="AC4744"/>
        </a:accent6>
        <a:hlink>
          <a:srgbClr val="0000FF"/>
        </a:hlink>
        <a:folHlink>
          <a:srgbClr val="800080"/>
        </a:folHlink>
      </a:clrScheme>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265</TotalTime>
  <Words>876</Words>
  <Application>Microsoft Office PowerPoint</Application>
  <PresentationFormat>On-screen Show (4:3)</PresentationFormat>
  <Paragraphs>287</Paragraphs>
  <Slides>12</Slides>
  <Notes>10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主题</vt:lpstr>
      <vt:lpstr>Slide 1</vt:lpstr>
      <vt:lpstr> Literature Survey</vt:lpstr>
      <vt:lpstr> Literature Survey</vt:lpstr>
      <vt:lpstr>Literature survey</vt:lpstr>
      <vt:lpstr> Literature Survey</vt:lpstr>
      <vt:lpstr> Literature Survey</vt:lpstr>
      <vt:lpstr> Literature Survey</vt:lpstr>
      <vt:lpstr> Literature Survey</vt:lpstr>
      <vt:lpstr> Literature Survey</vt:lpstr>
      <vt:lpstr> Literature Survey</vt:lpstr>
      <vt:lpstr> Literature Survey</vt:lpstr>
      <vt:lpstr>Slide 12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Identification and Testing of Suitable Banana Residues for Production of Paper and Paper Products to Generate Additional Income of Banana Farmers in Trichy District</dc:title>
  <dc:creator>R &amp; D</dc:creator>
  <cp:lastModifiedBy>PRAVEENA</cp:lastModifiedBy>
  <cp:revision>202</cp:revision>
  <dcterms:created xsi:type="dcterms:W3CDTF">2006-08-12T13:30:00Z</dcterms:created>
  <dcterms:modified xsi:type="dcterms:W3CDTF">2022-10-14T05:22:22Z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c5b5bdf7ed084723baafaccbbea3e342</vt:lpwstr>
  </property>
</Properties>
</file>